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604" r:id="rId3"/>
    <p:sldId id="708" r:id="rId4"/>
    <p:sldId id="703" r:id="rId5"/>
    <p:sldId id="686" r:id="rId6"/>
    <p:sldId id="704" r:id="rId7"/>
    <p:sldId id="707" r:id="rId8"/>
    <p:sldId id="706" r:id="rId9"/>
    <p:sldId id="714" r:id="rId10"/>
    <p:sldId id="701" r:id="rId11"/>
    <p:sldId id="702" r:id="rId12"/>
    <p:sldId id="697" r:id="rId13"/>
    <p:sldId id="713" r:id="rId14"/>
    <p:sldId id="709" r:id="rId15"/>
    <p:sldId id="698" r:id="rId16"/>
    <p:sldId id="711" r:id="rId17"/>
    <p:sldId id="715" r:id="rId18"/>
    <p:sldId id="712" r:id="rId19"/>
    <p:sldId id="716" r:id="rId20"/>
    <p:sldId id="695" r:id="rId21"/>
    <p:sldId id="717" r:id="rId22"/>
    <p:sldId id="603" r:id="rId23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55A"/>
    <a:srgbClr val="984807"/>
    <a:srgbClr val="0070C0"/>
    <a:srgbClr val="FF3300"/>
    <a:srgbClr val="CC3300"/>
    <a:srgbClr val="BFBFBF"/>
    <a:srgbClr val="FDE8BF"/>
    <a:srgbClr val="3988A1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3063" autoAdjust="0"/>
  </p:normalViewPr>
  <p:slideViewPr>
    <p:cSldViewPr>
      <p:cViewPr varScale="1">
        <p:scale>
          <a:sx n="103" d="100"/>
          <a:sy n="103" d="100"/>
        </p:scale>
        <p:origin x="189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60" y="422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080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1FF1CE-349B-4642-B988-1907C44C18FA}" type="doc">
      <dgm:prSet loTypeId="urn:microsoft.com/office/officeart/2005/8/layout/lProcess2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pPr latinLnBrk="1"/>
          <a:endParaRPr lang="ko-KR" altLang="en-US"/>
        </a:p>
      </dgm:t>
    </dgm:pt>
    <dgm:pt modelId="{1DFB27F7-35BA-4E52-A29B-4FBC8C5DF23F}">
      <dgm:prSet phldrT="[텍스트]"/>
      <dgm:spPr/>
      <dgm:t>
        <a:bodyPr/>
        <a:lstStyle/>
        <a:p>
          <a:pPr latinLnBrk="1"/>
          <a:r>
            <a:rPr lang="en-US" altLang="ko-KR" dirty="0"/>
            <a:t>Page 1</a:t>
          </a:r>
          <a:endParaRPr lang="ko-KR" altLang="en-US" dirty="0"/>
        </a:p>
      </dgm:t>
    </dgm:pt>
    <dgm:pt modelId="{22103751-AC40-4759-B2D7-7EA5E7B4BD44}" type="parTrans" cxnId="{79397F28-F133-4BBA-8728-196FF0C6D22C}">
      <dgm:prSet/>
      <dgm:spPr/>
      <dgm:t>
        <a:bodyPr/>
        <a:lstStyle/>
        <a:p>
          <a:pPr latinLnBrk="1"/>
          <a:endParaRPr lang="ko-KR" altLang="en-US"/>
        </a:p>
      </dgm:t>
    </dgm:pt>
    <dgm:pt modelId="{73F3E8B5-FF67-4EEA-935A-0447FF1C0090}" type="sibTrans" cxnId="{79397F28-F133-4BBA-8728-196FF0C6D22C}">
      <dgm:prSet/>
      <dgm:spPr/>
      <dgm:t>
        <a:bodyPr/>
        <a:lstStyle/>
        <a:p>
          <a:pPr latinLnBrk="1"/>
          <a:endParaRPr lang="ko-KR" altLang="en-US"/>
        </a:p>
      </dgm:t>
    </dgm:pt>
    <dgm:pt modelId="{BBC0F2B3-E179-4005-A607-9DE923984629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obj2</a:t>
          </a:r>
          <a:endParaRPr lang="ko-KR" altLang="en-US" dirty="0"/>
        </a:p>
      </dgm:t>
    </dgm:pt>
    <dgm:pt modelId="{477E3BE0-81B3-4051-A248-CDEF0A020625}" type="parTrans" cxnId="{16C90930-0242-4CCD-A0A5-A4FC8CE70C13}">
      <dgm:prSet/>
      <dgm:spPr/>
      <dgm:t>
        <a:bodyPr/>
        <a:lstStyle/>
        <a:p>
          <a:pPr latinLnBrk="1"/>
          <a:endParaRPr lang="ko-KR" altLang="en-US"/>
        </a:p>
      </dgm:t>
    </dgm:pt>
    <dgm:pt modelId="{72BB2F8F-30CB-4930-8D0C-012745B665EA}" type="sibTrans" cxnId="{16C90930-0242-4CCD-A0A5-A4FC8CE70C13}">
      <dgm:prSet/>
      <dgm:spPr/>
      <dgm:t>
        <a:bodyPr/>
        <a:lstStyle/>
        <a:p>
          <a:pPr latinLnBrk="1"/>
          <a:endParaRPr lang="ko-KR" altLang="en-US"/>
        </a:p>
      </dgm:t>
    </dgm:pt>
    <dgm:pt modelId="{826DDCE6-B9B0-45D0-9457-ECF57A74BE43}">
      <dgm:prSet phldrT="[텍스트]"/>
      <dgm:spPr/>
      <dgm:t>
        <a:bodyPr/>
        <a:lstStyle/>
        <a:p>
          <a:pPr latinLnBrk="1"/>
          <a:r>
            <a:rPr lang="en-US" altLang="ko-KR" dirty="0"/>
            <a:t>Page 2</a:t>
          </a:r>
          <a:endParaRPr lang="ko-KR" altLang="en-US" dirty="0"/>
        </a:p>
      </dgm:t>
    </dgm:pt>
    <dgm:pt modelId="{2EEA0E54-B616-4248-8E41-0CEA868C496D}" type="parTrans" cxnId="{159F2682-C0EA-43B4-A034-56B6E7CF93F5}">
      <dgm:prSet/>
      <dgm:spPr/>
      <dgm:t>
        <a:bodyPr/>
        <a:lstStyle/>
        <a:p>
          <a:pPr latinLnBrk="1"/>
          <a:endParaRPr lang="ko-KR" altLang="en-US"/>
        </a:p>
      </dgm:t>
    </dgm:pt>
    <dgm:pt modelId="{9836B15E-AEB9-4522-AE9E-FBD7F05FFE50}" type="sibTrans" cxnId="{159F2682-C0EA-43B4-A034-56B6E7CF93F5}">
      <dgm:prSet/>
      <dgm:spPr/>
      <dgm:t>
        <a:bodyPr/>
        <a:lstStyle/>
        <a:p>
          <a:pPr latinLnBrk="1"/>
          <a:endParaRPr lang="ko-KR" altLang="en-US"/>
        </a:p>
      </dgm:t>
    </dgm:pt>
    <dgm:pt modelId="{D2F323BE-2F82-4C28-817D-977D4DDAA60F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obj4</a:t>
          </a:r>
          <a:endParaRPr lang="ko-KR" altLang="en-US" dirty="0"/>
        </a:p>
      </dgm:t>
    </dgm:pt>
    <dgm:pt modelId="{23E4A87D-017B-4032-83BB-1E50D4F072CA}" type="parTrans" cxnId="{87ABA6E6-986A-4463-ABC0-2452FD946C99}">
      <dgm:prSet/>
      <dgm:spPr/>
      <dgm:t>
        <a:bodyPr/>
        <a:lstStyle/>
        <a:p>
          <a:pPr latinLnBrk="1"/>
          <a:endParaRPr lang="ko-KR" altLang="en-US"/>
        </a:p>
      </dgm:t>
    </dgm:pt>
    <dgm:pt modelId="{BB1D8978-9BEE-4BCA-95EC-3D22536AF2C0}" type="sibTrans" cxnId="{87ABA6E6-986A-4463-ABC0-2452FD946C99}">
      <dgm:prSet/>
      <dgm:spPr/>
      <dgm:t>
        <a:bodyPr/>
        <a:lstStyle/>
        <a:p>
          <a:pPr latinLnBrk="1"/>
          <a:endParaRPr lang="ko-KR" altLang="en-US"/>
        </a:p>
      </dgm:t>
    </dgm:pt>
    <dgm:pt modelId="{2F37ADC1-401F-4E82-A14F-59E06F2D1371}">
      <dgm:prSet phldrT="[텍스트]"/>
      <dgm:spPr/>
      <dgm:t>
        <a:bodyPr/>
        <a:lstStyle/>
        <a:p>
          <a:pPr latinLnBrk="1"/>
          <a:r>
            <a:rPr lang="en-US" altLang="ko-KR" dirty="0"/>
            <a:t>Page 3</a:t>
          </a:r>
          <a:endParaRPr lang="ko-KR" altLang="en-US" dirty="0"/>
        </a:p>
      </dgm:t>
    </dgm:pt>
    <dgm:pt modelId="{51092C5F-6FC3-4B0C-9A3D-516280557436}" type="parTrans" cxnId="{26F2D6FE-6DDB-4735-B78E-B8E8FDA60D68}">
      <dgm:prSet/>
      <dgm:spPr/>
      <dgm:t>
        <a:bodyPr/>
        <a:lstStyle/>
        <a:p>
          <a:pPr latinLnBrk="1"/>
          <a:endParaRPr lang="ko-KR" altLang="en-US"/>
        </a:p>
      </dgm:t>
    </dgm:pt>
    <dgm:pt modelId="{B4D4A06E-D4E8-406D-9699-BB8A146DB7F3}" type="sibTrans" cxnId="{26F2D6FE-6DDB-4735-B78E-B8E8FDA60D68}">
      <dgm:prSet/>
      <dgm:spPr/>
      <dgm:t>
        <a:bodyPr/>
        <a:lstStyle/>
        <a:p>
          <a:pPr latinLnBrk="1"/>
          <a:endParaRPr lang="ko-KR" altLang="en-US"/>
        </a:p>
      </dgm:t>
    </dgm:pt>
    <dgm:pt modelId="{63515D3E-6BD0-4709-8799-77D139A8C600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obj1</a:t>
          </a:r>
          <a:endParaRPr lang="ko-KR" altLang="en-US" dirty="0"/>
        </a:p>
      </dgm:t>
    </dgm:pt>
    <dgm:pt modelId="{3976728B-E5D9-400C-A293-A8DC64F992A2}" type="parTrans" cxnId="{F55E8D97-4540-4D4A-A8AA-D4363A9060E3}">
      <dgm:prSet/>
      <dgm:spPr/>
      <dgm:t>
        <a:bodyPr/>
        <a:lstStyle/>
        <a:p>
          <a:pPr latinLnBrk="1"/>
          <a:endParaRPr lang="ko-KR" altLang="en-US"/>
        </a:p>
      </dgm:t>
    </dgm:pt>
    <dgm:pt modelId="{D45550D2-020E-4DF9-BCDC-3715F42ACAB3}" type="sibTrans" cxnId="{F55E8D97-4540-4D4A-A8AA-D4363A9060E3}">
      <dgm:prSet/>
      <dgm:spPr/>
      <dgm:t>
        <a:bodyPr/>
        <a:lstStyle/>
        <a:p>
          <a:pPr latinLnBrk="1"/>
          <a:endParaRPr lang="ko-KR" altLang="en-US"/>
        </a:p>
      </dgm:t>
    </dgm:pt>
    <dgm:pt modelId="{526E63E0-4405-4ADD-A788-67F2AC4CECD6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obj3</a:t>
          </a:r>
          <a:endParaRPr lang="ko-KR" altLang="en-US" dirty="0"/>
        </a:p>
      </dgm:t>
    </dgm:pt>
    <dgm:pt modelId="{2D374BAC-53A2-44A5-8391-16C27EA9C14D}" type="parTrans" cxnId="{001ED0DC-0748-4948-AB00-9919A474A5ED}">
      <dgm:prSet/>
      <dgm:spPr/>
      <dgm:t>
        <a:bodyPr/>
        <a:lstStyle/>
        <a:p>
          <a:pPr latinLnBrk="1"/>
          <a:endParaRPr lang="ko-KR" altLang="en-US"/>
        </a:p>
      </dgm:t>
    </dgm:pt>
    <dgm:pt modelId="{6ECA6E2D-5EBD-4395-A24C-C0FE31C63F59}" type="sibTrans" cxnId="{001ED0DC-0748-4948-AB00-9919A474A5ED}">
      <dgm:prSet/>
      <dgm:spPr/>
      <dgm:t>
        <a:bodyPr/>
        <a:lstStyle/>
        <a:p>
          <a:pPr latinLnBrk="1"/>
          <a:endParaRPr lang="ko-KR" altLang="en-US"/>
        </a:p>
      </dgm:t>
    </dgm:pt>
    <dgm:pt modelId="{7D56C387-C962-435B-BC3E-35B0C0D287A4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obj5</a:t>
          </a:r>
          <a:endParaRPr lang="ko-KR" altLang="en-US" dirty="0"/>
        </a:p>
      </dgm:t>
    </dgm:pt>
    <dgm:pt modelId="{F499F923-DA61-4966-982C-BE06E6C588B7}" type="parTrans" cxnId="{563F92F0-F913-4EEB-969D-1764D11C1F9B}">
      <dgm:prSet/>
      <dgm:spPr/>
      <dgm:t>
        <a:bodyPr/>
        <a:lstStyle/>
        <a:p>
          <a:pPr latinLnBrk="1"/>
          <a:endParaRPr lang="ko-KR" altLang="en-US"/>
        </a:p>
      </dgm:t>
    </dgm:pt>
    <dgm:pt modelId="{FADBDAB3-68F7-45A1-A6E4-98ED8DD48CC4}" type="sibTrans" cxnId="{563F92F0-F913-4EEB-969D-1764D11C1F9B}">
      <dgm:prSet/>
      <dgm:spPr/>
      <dgm:t>
        <a:bodyPr/>
        <a:lstStyle/>
        <a:p>
          <a:pPr latinLnBrk="1"/>
          <a:endParaRPr lang="ko-KR" altLang="en-US"/>
        </a:p>
      </dgm:t>
    </dgm:pt>
    <dgm:pt modelId="{44C32BE4-CD52-41C5-95E7-686A64AEAE56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obj6</a:t>
          </a:r>
          <a:endParaRPr lang="ko-KR" altLang="en-US" dirty="0"/>
        </a:p>
      </dgm:t>
    </dgm:pt>
    <dgm:pt modelId="{C9F8E795-1ABA-4E8E-85A1-A85A19032ED2}" type="parTrans" cxnId="{5DD3027F-9024-4167-B2D0-EA540C4F7FE5}">
      <dgm:prSet/>
      <dgm:spPr/>
      <dgm:t>
        <a:bodyPr/>
        <a:lstStyle/>
        <a:p>
          <a:pPr latinLnBrk="1"/>
          <a:endParaRPr lang="ko-KR" altLang="en-US"/>
        </a:p>
      </dgm:t>
    </dgm:pt>
    <dgm:pt modelId="{5F229A8A-32AF-4669-8FBE-B9F0E3DCF59E}" type="sibTrans" cxnId="{5DD3027F-9024-4167-B2D0-EA540C4F7FE5}">
      <dgm:prSet/>
      <dgm:spPr/>
      <dgm:t>
        <a:bodyPr/>
        <a:lstStyle/>
        <a:p>
          <a:pPr latinLnBrk="1"/>
          <a:endParaRPr lang="ko-KR" altLang="en-US"/>
        </a:p>
      </dgm:t>
    </dgm:pt>
    <dgm:pt modelId="{B43A0C8E-F212-42D8-A8C5-DB0CF4C82FB4}">
      <dgm:prSet phldrT="[텍스트]"/>
      <dgm:spPr/>
      <dgm:t>
        <a:bodyPr/>
        <a:lstStyle/>
        <a:p>
          <a:pPr latinLnBrk="1"/>
          <a:r>
            <a:rPr lang="en-US" altLang="ko-KR" dirty="0"/>
            <a:t>page 4</a:t>
          </a:r>
          <a:endParaRPr lang="ko-KR" altLang="en-US" dirty="0"/>
        </a:p>
      </dgm:t>
    </dgm:pt>
    <dgm:pt modelId="{C8E95AF1-9C36-44E3-B95D-581BA2D0911E}" type="parTrans" cxnId="{4D77A9F9-EF06-43AD-9268-D504CC08972E}">
      <dgm:prSet/>
      <dgm:spPr/>
      <dgm:t>
        <a:bodyPr/>
        <a:lstStyle/>
        <a:p>
          <a:pPr latinLnBrk="1"/>
          <a:endParaRPr lang="ko-KR" altLang="en-US"/>
        </a:p>
      </dgm:t>
    </dgm:pt>
    <dgm:pt modelId="{29BE53A7-D892-4C2E-B5BE-D4015ACB14B9}" type="sibTrans" cxnId="{4D77A9F9-EF06-43AD-9268-D504CC08972E}">
      <dgm:prSet/>
      <dgm:spPr/>
      <dgm:t>
        <a:bodyPr/>
        <a:lstStyle/>
        <a:p>
          <a:pPr latinLnBrk="1"/>
          <a:endParaRPr lang="ko-KR" altLang="en-US"/>
        </a:p>
      </dgm:t>
    </dgm:pt>
    <dgm:pt modelId="{3F3F4AF1-1508-4A5B-986D-4D0D0F9E089E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obj7</a:t>
          </a:r>
          <a:endParaRPr lang="ko-KR" altLang="en-US" dirty="0"/>
        </a:p>
      </dgm:t>
    </dgm:pt>
    <dgm:pt modelId="{DDF52AE0-5D7B-42A1-AC81-68AC25B03F1A}" type="parTrans" cxnId="{9D10EE6B-47C5-49FD-B5CE-CC10682B7994}">
      <dgm:prSet/>
      <dgm:spPr/>
      <dgm:t>
        <a:bodyPr/>
        <a:lstStyle/>
        <a:p>
          <a:pPr latinLnBrk="1"/>
          <a:endParaRPr lang="ko-KR" altLang="en-US"/>
        </a:p>
      </dgm:t>
    </dgm:pt>
    <dgm:pt modelId="{298ECB9E-8A5F-4090-8FF5-9255A3BBAC5B}" type="sibTrans" cxnId="{9D10EE6B-47C5-49FD-B5CE-CC10682B7994}">
      <dgm:prSet/>
      <dgm:spPr/>
      <dgm:t>
        <a:bodyPr/>
        <a:lstStyle/>
        <a:p>
          <a:pPr latinLnBrk="1"/>
          <a:endParaRPr lang="ko-KR" altLang="en-US"/>
        </a:p>
      </dgm:t>
    </dgm:pt>
    <dgm:pt modelId="{733F963B-30D6-4D21-B1E2-2FA0319A1A5B}">
      <dgm:prSet phldrT="[텍스트]"/>
      <dgm:spPr/>
      <dgm:t>
        <a:bodyPr/>
        <a:lstStyle/>
        <a:p>
          <a:pPr latinLnBrk="1"/>
          <a:r>
            <a:rPr lang="en-US" altLang="ko-KR" dirty="0"/>
            <a:t>obj8</a:t>
          </a:r>
          <a:endParaRPr lang="ko-KR" altLang="en-US" dirty="0"/>
        </a:p>
      </dgm:t>
    </dgm:pt>
    <dgm:pt modelId="{6D247E2C-5EE7-459F-9848-18B3FC344EAE}" type="sibTrans" cxnId="{3C385A3B-A1E4-4178-8DDF-841C0273449D}">
      <dgm:prSet/>
      <dgm:spPr/>
      <dgm:t>
        <a:bodyPr/>
        <a:lstStyle/>
        <a:p>
          <a:pPr latinLnBrk="1"/>
          <a:endParaRPr lang="ko-KR" altLang="en-US"/>
        </a:p>
      </dgm:t>
    </dgm:pt>
    <dgm:pt modelId="{34F10BD8-6797-46EF-941F-5030D2595575}" type="parTrans" cxnId="{3C385A3B-A1E4-4178-8DDF-841C0273449D}">
      <dgm:prSet/>
      <dgm:spPr/>
      <dgm:t>
        <a:bodyPr/>
        <a:lstStyle/>
        <a:p>
          <a:pPr latinLnBrk="1"/>
          <a:endParaRPr lang="ko-KR" altLang="en-US"/>
        </a:p>
      </dgm:t>
    </dgm:pt>
    <dgm:pt modelId="{75D0177F-DD9E-4BDF-9FB3-433CD8AC95BF}" type="pres">
      <dgm:prSet presAssocID="{7B1FF1CE-349B-4642-B988-1907C44C18FA}" presName="theList" presStyleCnt="0">
        <dgm:presLayoutVars>
          <dgm:dir/>
          <dgm:animLvl val="lvl"/>
          <dgm:resizeHandles val="exact"/>
        </dgm:presLayoutVars>
      </dgm:prSet>
      <dgm:spPr/>
    </dgm:pt>
    <dgm:pt modelId="{51EFA681-99F1-46E4-B65B-37BB98B6FFFB}" type="pres">
      <dgm:prSet presAssocID="{1DFB27F7-35BA-4E52-A29B-4FBC8C5DF23F}" presName="compNode" presStyleCnt="0"/>
      <dgm:spPr/>
    </dgm:pt>
    <dgm:pt modelId="{9150DDFB-19AE-47A2-90D1-0D6F5C87440F}" type="pres">
      <dgm:prSet presAssocID="{1DFB27F7-35BA-4E52-A29B-4FBC8C5DF23F}" presName="aNode" presStyleLbl="bgShp" presStyleIdx="0" presStyleCnt="4" custScaleX="27069" custScaleY="92853" custLinFactNeighborX="-24772" custLinFactNeighborY="322"/>
      <dgm:spPr/>
    </dgm:pt>
    <dgm:pt modelId="{F19C01D0-C139-454D-949B-EA1C7E3EDE4A}" type="pres">
      <dgm:prSet presAssocID="{1DFB27F7-35BA-4E52-A29B-4FBC8C5DF23F}" presName="textNode" presStyleLbl="bgShp" presStyleIdx="0" presStyleCnt="4"/>
      <dgm:spPr/>
    </dgm:pt>
    <dgm:pt modelId="{733948E0-AFC0-43FF-9CA0-E5E7969A297D}" type="pres">
      <dgm:prSet presAssocID="{1DFB27F7-35BA-4E52-A29B-4FBC8C5DF23F}" presName="compChildNode" presStyleCnt="0"/>
      <dgm:spPr/>
    </dgm:pt>
    <dgm:pt modelId="{783993E5-93B9-4BED-8B44-D53998F59593}" type="pres">
      <dgm:prSet presAssocID="{1DFB27F7-35BA-4E52-A29B-4FBC8C5DF23F}" presName="theInnerList" presStyleCnt="0"/>
      <dgm:spPr/>
    </dgm:pt>
    <dgm:pt modelId="{8B6E3E8A-29A7-48D8-B8B1-419CFD0B9FA4}" type="pres">
      <dgm:prSet presAssocID="{63515D3E-6BD0-4709-8799-77D139A8C600}" presName="childNode" presStyleLbl="node1" presStyleIdx="0" presStyleCnt="8" custScaleX="27069" custScaleY="47837">
        <dgm:presLayoutVars>
          <dgm:bulletEnabled val="1"/>
        </dgm:presLayoutVars>
      </dgm:prSet>
      <dgm:spPr/>
    </dgm:pt>
    <dgm:pt modelId="{5CB5FDA1-3862-4687-8F13-4B6DA5FFB106}" type="pres">
      <dgm:prSet presAssocID="{63515D3E-6BD0-4709-8799-77D139A8C600}" presName="aSpace2" presStyleCnt="0"/>
      <dgm:spPr/>
    </dgm:pt>
    <dgm:pt modelId="{74536773-4C6D-445D-BB8A-C91657E2695E}" type="pres">
      <dgm:prSet presAssocID="{BBC0F2B3-E179-4005-A607-9DE923984629}" presName="childNode" presStyleLbl="node1" presStyleIdx="1" presStyleCnt="8" custScaleX="27069" custScaleY="47837">
        <dgm:presLayoutVars>
          <dgm:bulletEnabled val="1"/>
        </dgm:presLayoutVars>
      </dgm:prSet>
      <dgm:spPr/>
    </dgm:pt>
    <dgm:pt modelId="{AE42AABC-CA1D-4B4F-B245-A0089DA76B18}" type="pres">
      <dgm:prSet presAssocID="{1DFB27F7-35BA-4E52-A29B-4FBC8C5DF23F}" presName="aSpace" presStyleCnt="0"/>
      <dgm:spPr/>
    </dgm:pt>
    <dgm:pt modelId="{49A52AB5-531F-4CED-81A3-81E6108AB9EB}" type="pres">
      <dgm:prSet presAssocID="{826DDCE6-B9B0-45D0-9457-ECF57A74BE43}" presName="compNode" presStyleCnt="0"/>
      <dgm:spPr/>
    </dgm:pt>
    <dgm:pt modelId="{2BE21367-AEFF-423C-886B-919F660EC2AC}" type="pres">
      <dgm:prSet presAssocID="{826DDCE6-B9B0-45D0-9457-ECF57A74BE43}" presName="aNode" presStyleLbl="bgShp" presStyleIdx="1" presStyleCnt="4" custScaleX="27069" custScaleY="92853"/>
      <dgm:spPr/>
    </dgm:pt>
    <dgm:pt modelId="{F2DD5ACD-55E1-449A-A6A4-4D12585E6D46}" type="pres">
      <dgm:prSet presAssocID="{826DDCE6-B9B0-45D0-9457-ECF57A74BE43}" presName="textNode" presStyleLbl="bgShp" presStyleIdx="1" presStyleCnt="4"/>
      <dgm:spPr/>
    </dgm:pt>
    <dgm:pt modelId="{D8CF432A-B836-470C-A312-F79BF7979822}" type="pres">
      <dgm:prSet presAssocID="{826DDCE6-B9B0-45D0-9457-ECF57A74BE43}" presName="compChildNode" presStyleCnt="0"/>
      <dgm:spPr/>
    </dgm:pt>
    <dgm:pt modelId="{CFCC2404-B61D-4706-9CAC-B0234DE4A868}" type="pres">
      <dgm:prSet presAssocID="{826DDCE6-B9B0-45D0-9457-ECF57A74BE43}" presName="theInnerList" presStyleCnt="0"/>
      <dgm:spPr/>
    </dgm:pt>
    <dgm:pt modelId="{4D864648-6501-4FFF-B709-66527F27AF87}" type="pres">
      <dgm:prSet presAssocID="{526E63E0-4405-4ADD-A788-67F2AC4CECD6}" presName="childNode" presStyleLbl="node1" presStyleIdx="2" presStyleCnt="8" custScaleX="27069" custScaleY="47837">
        <dgm:presLayoutVars>
          <dgm:bulletEnabled val="1"/>
        </dgm:presLayoutVars>
      </dgm:prSet>
      <dgm:spPr/>
    </dgm:pt>
    <dgm:pt modelId="{9D48D190-A0E4-4588-87ED-3F80EFA10B60}" type="pres">
      <dgm:prSet presAssocID="{526E63E0-4405-4ADD-A788-67F2AC4CECD6}" presName="aSpace2" presStyleCnt="0"/>
      <dgm:spPr/>
    </dgm:pt>
    <dgm:pt modelId="{002849C6-60EA-40E9-B1E5-BB35156FEB69}" type="pres">
      <dgm:prSet presAssocID="{D2F323BE-2F82-4C28-817D-977D4DDAA60F}" presName="childNode" presStyleLbl="node1" presStyleIdx="3" presStyleCnt="8" custScaleX="27069" custScaleY="47837">
        <dgm:presLayoutVars>
          <dgm:bulletEnabled val="1"/>
        </dgm:presLayoutVars>
      </dgm:prSet>
      <dgm:spPr/>
    </dgm:pt>
    <dgm:pt modelId="{592F4326-9E7A-40E5-B599-69B297DC1845}" type="pres">
      <dgm:prSet presAssocID="{826DDCE6-B9B0-45D0-9457-ECF57A74BE43}" presName="aSpace" presStyleCnt="0"/>
      <dgm:spPr/>
    </dgm:pt>
    <dgm:pt modelId="{FAA23DF9-F30A-40BD-A04A-52E990DA9DEA}" type="pres">
      <dgm:prSet presAssocID="{2F37ADC1-401F-4E82-A14F-59E06F2D1371}" presName="compNode" presStyleCnt="0"/>
      <dgm:spPr/>
    </dgm:pt>
    <dgm:pt modelId="{5846E77C-D96D-4711-8FFC-F93846A9DD46}" type="pres">
      <dgm:prSet presAssocID="{2F37ADC1-401F-4E82-A14F-59E06F2D1371}" presName="aNode" presStyleLbl="bgShp" presStyleIdx="2" presStyleCnt="4" custScaleX="27069" custScaleY="92853"/>
      <dgm:spPr/>
    </dgm:pt>
    <dgm:pt modelId="{709506AF-729D-4395-9212-52B0444D7966}" type="pres">
      <dgm:prSet presAssocID="{2F37ADC1-401F-4E82-A14F-59E06F2D1371}" presName="textNode" presStyleLbl="bgShp" presStyleIdx="2" presStyleCnt="4"/>
      <dgm:spPr/>
    </dgm:pt>
    <dgm:pt modelId="{5A2C0C9C-C3C7-467B-AD5B-ECE703CD06BB}" type="pres">
      <dgm:prSet presAssocID="{2F37ADC1-401F-4E82-A14F-59E06F2D1371}" presName="compChildNode" presStyleCnt="0"/>
      <dgm:spPr/>
    </dgm:pt>
    <dgm:pt modelId="{58A05540-72DF-4B4A-8A20-3A6B07DA9FCE}" type="pres">
      <dgm:prSet presAssocID="{2F37ADC1-401F-4E82-A14F-59E06F2D1371}" presName="theInnerList" presStyleCnt="0"/>
      <dgm:spPr/>
    </dgm:pt>
    <dgm:pt modelId="{47954F59-6293-4ABD-B2ED-FC786BE908DB}" type="pres">
      <dgm:prSet presAssocID="{7D56C387-C962-435B-BC3E-35B0C0D287A4}" presName="childNode" presStyleLbl="node1" presStyleIdx="4" presStyleCnt="8" custScaleX="27069" custScaleY="47837">
        <dgm:presLayoutVars>
          <dgm:bulletEnabled val="1"/>
        </dgm:presLayoutVars>
      </dgm:prSet>
      <dgm:spPr/>
    </dgm:pt>
    <dgm:pt modelId="{53F15575-C615-47F3-9968-F42981273370}" type="pres">
      <dgm:prSet presAssocID="{7D56C387-C962-435B-BC3E-35B0C0D287A4}" presName="aSpace2" presStyleCnt="0"/>
      <dgm:spPr/>
    </dgm:pt>
    <dgm:pt modelId="{2B807C1D-DB9D-4BD2-AB54-6621BC8C4E1A}" type="pres">
      <dgm:prSet presAssocID="{44C32BE4-CD52-41C5-95E7-686A64AEAE56}" presName="childNode" presStyleLbl="node1" presStyleIdx="5" presStyleCnt="8" custScaleX="27069" custScaleY="47837">
        <dgm:presLayoutVars>
          <dgm:bulletEnabled val="1"/>
        </dgm:presLayoutVars>
      </dgm:prSet>
      <dgm:spPr/>
    </dgm:pt>
    <dgm:pt modelId="{390E3DCD-1714-4891-847A-4D82834D341F}" type="pres">
      <dgm:prSet presAssocID="{2F37ADC1-401F-4E82-A14F-59E06F2D1371}" presName="aSpace" presStyleCnt="0"/>
      <dgm:spPr/>
    </dgm:pt>
    <dgm:pt modelId="{D54E5646-6D53-4117-9A65-3AE350AA5A68}" type="pres">
      <dgm:prSet presAssocID="{B43A0C8E-F212-42D8-A8C5-DB0CF4C82FB4}" presName="compNode" presStyleCnt="0"/>
      <dgm:spPr/>
    </dgm:pt>
    <dgm:pt modelId="{D30238F8-AFAB-4559-906A-755C69BB69E2}" type="pres">
      <dgm:prSet presAssocID="{B43A0C8E-F212-42D8-A8C5-DB0CF4C82FB4}" presName="aNode" presStyleLbl="bgShp" presStyleIdx="3" presStyleCnt="4" custScaleX="27069" custScaleY="92853"/>
      <dgm:spPr/>
    </dgm:pt>
    <dgm:pt modelId="{B2956D85-66D9-46B8-B256-D904E3559981}" type="pres">
      <dgm:prSet presAssocID="{B43A0C8E-F212-42D8-A8C5-DB0CF4C82FB4}" presName="textNode" presStyleLbl="bgShp" presStyleIdx="3" presStyleCnt="4"/>
      <dgm:spPr/>
    </dgm:pt>
    <dgm:pt modelId="{EA6EA211-B903-48D3-BCDB-7C03BD6228B8}" type="pres">
      <dgm:prSet presAssocID="{B43A0C8E-F212-42D8-A8C5-DB0CF4C82FB4}" presName="compChildNode" presStyleCnt="0"/>
      <dgm:spPr/>
    </dgm:pt>
    <dgm:pt modelId="{D4B938D5-AD32-4D27-9C2D-D46E2791855E}" type="pres">
      <dgm:prSet presAssocID="{B43A0C8E-F212-42D8-A8C5-DB0CF4C82FB4}" presName="theInnerList" presStyleCnt="0"/>
      <dgm:spPr/>
    </dgm:pt>
    <dgm:pt modelId="{EAA8AB16-509E-4F46-B8AD-B4CCD0239F46}" type="pres">
      <dgm:prSet presAssocID="{3F3F4AF1-1508-4A5B-986D-4D0D0F9E089E}" presName="childNode" presStyleLbl="node1" presStyleIdx="6" presStyleCnt="8" custScaleX="27069" custScaleY="47837">
        <dgm:presLayoutVars>
          <dgm:bulletEnabled val="1"/>
        </dgm:presLayoutVars>
      </dgm:prSet>
      <dgm:spPr/>
    </dgm:pt>
    <dgm:pt modelId="{DB69896E-7FA0-46AC-A77F-AE9F42BF56F2}" type="pres">
      <dgm:prSet presAssocID="{3F3F4AF1-1508-4A5B-986D-4D0D0F9E089E}" presName="aSpace2" presStyleCnt="0"/>
      <dgm:spPr/>
    </dgm:pt>
    <dgm:pt modelId="{A37A5BF0-6ED6-4F0A-9559-449C249D3FA2}" type="pres">
      <dgm:prSet presAssocID="{733F963B-30D6-4D21-B1E2-2FA0319A1A5B}" presName="childNode" presStyleLbl="node1" presStyleIdx="7" presStyleCnt="8" custScaleX="27069" custScaleY="47837">
        <dgm:presLayoutVars>
          <dgm:bulletEnabled val="1"/>
        </dgm:presLayoutVars>
      </dgm:prSet>
      <dgm:spPr/>
    </dgm:pt>
  </dgm:ptLst>
  <dgm:cxnLst>
    <dgm:cxn modelId="{E5F0320F-7ED5-4CA9-A703-20445EE87804}" type="presOf" srcId="{B43A0C8E-F212-42D8-A8C5-DB0CF4C82FB4}" destId="{D30238F8-AFAB-4559-906A-755C69BB69E2}" srcOrd="0" destOrd="0" presId="urn:microsoft.com/office/officeart/2005/8/layout/lProcess2"/>
    <dgm:cxn modelId="{FC108213-A548-4C95-A3F6-704DAACC7BFB}" type="presOf" srcId="{2F37ADC1-401F-4E82-A14F-59E06F2D1371}" destId="{5846E77C-D96D-4711-8FFC-F93846A9DD46}" srcOrd="0" destOrd="0" presId="urn:microsoft.com/office/officeart/2005/8/layout/lProcess2"/>
    <dgm:cxn modelId="{7CE2C018-EC4C-4FF6-AC99-642FDB382B9F}" type="presOf" srcId="{D2F323BE-2F82-4C28-817D-977D4DDAA60F}" destId="{002849C6-60EA-40E9-B1E5-BB35156FEB69}" srcOrd="0" destOrd="0" presId="urn:microsoft.com/office/officeart/2005/8/layout/lProcess2"/>
    <dgm:cxn modelId="{7BEA5819-0392-4EEA-8EBC-574208692653}" type="presOf" srcId="{63515D3E-6BD0-4709-8799-77D139A8C600}" destId="{8B6E3E8A-29A7-48D8-B8B1-419CFD0B9FA4}" srcOrd="0" destOrd="0" presId="urn:microsoft.com/office/officeart/2005/8/layout/lProcess2"/>
    <dgm:cxn modelId="{B136261D-28C4-4B77-ABD2-15CD66C99E74}" type="presOf" srcId="{526E63E0-4405-4ADD-A788-67F2AC4CECD6}" destId="{4D864648-6501-4FFF-B709-66527F27AF87}" srcOrd="0" destOrd="0" presId="urn:microsoft.com/office/officeart/2005/8/layout/lProcess2"/>
    <dgm:cxn modelId="{A0496E22-CDB8-4787-80AC-78B13765B4EA}" type="presOf" srcId="{3F3F4AF1-1508-4A5B-986D-4D0D0F9E089E}" destId="{EAA8AB16-509E-4F46-B8AD-B4CCD0239F46}" srcOrd="0" destOrd="0" presId="urn:microsoft.com/office/officeart/2005/8/layout/lProcess2"/>
    <dgm:cxn modelId="{D0505422-7140-4A4E-84A0-685F0D34CEEE}" type="presOf" srcId="{733F963B-30D6-4D21-B1E2-2FA0319A1A5B}" destId="{A37A5BF0-6ED6-4F0A-9559-449C249D3FA2}" srcOrd="0" destOrd="0" presId="urn:microsoft.com/office/officeart/2005/8/layout/lProcess2"/>
    <dgm:cxn modelId="{CB97A225-2CF6-4FE7-820C-A55BD1B9945C}" type="presOf" srcId="{826DDCE6-B9B0-45D0-9457-ECF57A74BE43}" destId="{2BE21367-AEFF-423C-886B-919F660EC2AC}" srcOrd="0" destOrd="0" presId="urn:microsoft.com/office/officeart/2005/8/layout/lProcess2"/>
    <dgm:cxn modelId="{85AC1127-1D5F-45D8-BCF8-59BB4576CC30}" type="presOf" srcId="{44C32BE4-CD52-41C5-95E7-686A64AEAE56}" destId="{2B807C1D-DB9D-4BD2-AB54-6621BC8C4E1A}" srcOrd="0" destOrd="0" presId="urn:microsoft.com/office/officeart/2005/8/layout/lProcess2"/>
    <dgm:cxn modelId="{79397F28-F133-4BBA-8728-196FF0C6D22C}" srcId="{7B1FF1CE-349B-4642-B988-1907C44C18FA}" destId="{1DFB27F7-35BA-4E52-A29B-4FBC8C5DF23F}" srcOrd="0" destOrd="0" parTransId="{22103751-AC40-4759-B2D7-7EA5E7B4BD44}" sibTransId="{73F3E8B5-FF67-4EEA-935A-0447FF1C0090}"/>
    <dgm:cxn modelId="{16C90930-0242-4CCD-A0A5-A4FC8CE70C13}" srcId="{1DFB27F7-35BA-4E52-A29B-4FBC8C5DF23F}" destId="{BBC0F2B3-E179-4005-A607-9DE923984629}" srcOrd="1" destOrd="0" parTransId="{477E3BE0-81B3-4051-A248-CDEF0A020625}" sibTransId="{72BB2F8F-30CB-4930-8D0C-012745B665EA}"/>
    <dgm:cxn modelId="{3C385A3B-A1E4-4178-8DDF-841C0273449D}" srcId="{B43A0C8E-F212-42D8-A8C5-DB0CF4C82FB4}" destId="{733F963B-30D6-4D21-B1E2-2FA0319A1A5B}" srcOrd="1" destOrd="0" parTransId="{34F10BD8-6797-46EF-941F-5030D2595575}" sibTransId="{6D247E2C-5EE7-459F-9848-18B3FC344EAE}"/>
    <dgm:cxn modelId="{E1A8F143-20FB-4615-8A12-A17774B54425}" type="presOf" srcId="{B43A0C8E-F212-42D8-A8C5-DB0CF4C82FB4}" destId="{B2956D85-66D9-46B8-B256-D904E3559981}" srcOrd="1" destOrd="0" presId="urn:microsoft.com/office/officeart/2005/8/layout/lProcess2"/>
    <dgm:cxn modelId="{9D10EE6B-47C5-49FD-B5CE-CC10682B7994}" srcId="{B43A0C8E-F212-42D8-A8C5-DB0CF4C82FB4}" destId="{3F3F4AF1-1508-4A5B-986D-4D0D0F9E089E}" srcOrd="0" destOrd="0" parTransId="{DDF52AE0-5D7B-42A1-AC81-68AC25B03F1A}" sibTransId="{298ECB9E-8A5F-4090-8FF5-9255A3BBAC5B}"/>
    <dgm:cxn modelId="{532A814C-B836-4CD1-92B2-346E59BCA65E}" type="presOf" srcId="{7D56C387-C962-435B-BC3E-35B0C0D287A4}" destId="{47954F59-6293-4ABD-B2ED-FC786BE908DB}" srcOrd="0" destOrd="0" presId="urn:microsoft.com/office/officeart/2005/8/layout/lProcess2"/>
    <dgm:cxn modelId="{E006BA59-5989-4094-8A29-D4600AD1606B}" type="presOf" srcId="{1DFB27F7-35BA-4E52-A29B-4FBC8C5DF23F}" destId="{F19C01D0-C139-454D-949B-EA1C7E3EDE4A}" srcOrd="1" destOrd="0" presId="urn:microsoft.com/office/officeart/2005/8/layout/lProcess2"/>
    <dgm:cxn modelId="{5DD3027F-9024-4167-B2D0-EA540C4F7FE5}" srcId="{2F37ADC1-401F-4E82-A14F-59E06F2D1371}" destId="{44C32BE4-CD52-41C5-95E7-686A64AEAE56}" srcOrd="1" destOrd="0" parTransId="{C9F8E795-1ABA-4E8E-85A1-A85A19032ED2}" sibTransId="{5F229A8A-32AF-4669-8FBE-B9F0E3DCF59E}"/>
    <dgm:cxn modelId="{159F2682-C0EA-43B4-A034-56B6E7CF93F5}" srcId="{7B1FF1CE-349B-4642-B988-1907C44C18FA}" destId="{826DDCE6-B9B0-45D0-9457-ECF57A74BE43}" srcOrd="1" destOrd="0" parTransId="{2EEA0E54-B616-4248-8E41-0CEA868C496D}" sibTransId="{9836B15E-AEB9-4522-AE9E-FBD7F05FFE50}"/>
    <dgm:cxn modelId="{2B845886-7870-40ED-802B-A229A7BEB027}" type="presOf" srcId="{BBC0F2B3-E179-4005-A607-9DE923984629}" destId="{74536773-4C6D-445D-BB8A-C91657E2695E}" srcOrd="0" destOrd="0" presId="urn:microsoft.com/office/officeart/2005/8/layout/lProcess2"/>
    <dgm:cxn modelId="{3AEFCF94-33AA-4D81-8627-02EFCDE4A6F1}" type="presOf" srcId="{2F37ADC1-401F-4E82-A14F-59E06F2D1371}" destId="{709506AF-729D-4395-9212-52B0444D7966}" srcOrd="1" destOrd="0" presId="urn:microsoft.com/office/officeart/2005/8/layout/lProcess2"/>
    <dgm:cxn modelId="{F55E8D97-4540-4D4A-A8AA-D4363A9060E3}" srcId="{1DFB27F7-35BA-4E52-A29B-4FBC8C5DF23F}" destId="{63515D3E-6BD0-4709-8799-77D139A8C600}" srcOrd="0" destOrd="0" parTransId="{3976728B-E5D9-400C-A293-A8DC64F992A2}" sibTransId="{D45550D2-020E-4DF9-BCDC-3715F42ACAB3}"/>
    <dgm:cxn modelId="{001ED0DC-0748-4948-AB00-9919A474A5ED}" srcId="{826DDCE6-B9B0-45D0-9457-ECF57A74BE43}" destId="{526E63E0-4405-4ADD-A788-67F2AC4CECD6}" srcOrd="0" destOrd="0" parTransId="{2D374BAC-53A2-44A5-8391-16C27EA9C14D}" sibTransId="{6ECA6E2D-5EBD-4395-A24C-C0FE31C63F59}"/>
    <dgm:cxn modelId="{211370E0-A0B8-48CD-90BB-83DA0DBEE83B}" type="presOf" srcId="{7B1FF1CE-349B-4642-B988-1907C44C18FA}" destId="{75D0177F-DD9E-4BDF-9FB3-433CD8AC95BF}" srcOrd="0" destOrd="0" presId="urn:microsoft.com/office/officeart/2005/8/layout/lProcess2"/>
    <dgm:cxn modelId="{87ABA6E6-986A-4463-ABC0-2452FD946C99}" srcId="{826DDCE6-B9B0-45D0-9457-ECF57A74BE43}" destId="{D2F323BE-2F82-4C28-817D-977D4DDAA60F}" srcOrd="1" destOrd="0" parTransId="{23E4A87D-017B-4032-83BB-1E50D4F072CA}" sibTransId="{BB1D8978-9BEE-4BCA-95EC-3D22536AF2C0}"/>
    <dgm:cxn modelId="{298DE4E9-ED35-415B-B4A8-9F7DBD32641C}" type="presOf" srcId="{1DFB27F7-35BA-4E52-A29B-4FBC8C5DF23F}" destId="{9150DDFB-19AE-47A2-90D1-0D6F5C87440F}" srcOrd="0" destOrd="0" presId="urn:microsoft.com/office/officeart/2005/8/layout/lProcess2"/>
    <dgm:cxn modelId="{652810EC-8E08-48CF-80EF-84661634B6D2}" type="presOf" srcId="{826DDCE6-B9B0-45D0-9457-ECF57A74BE43}" destId="{F2DD5ACD-55E1-449A-A6A4-4D12585E6D46}" srcOrd="1" destOrd="0" presId="urn:microsoft.com/office/officeart/2005/8/layout/lProcess2"/>
    <dgm:cxn modelId="{563F92F0-F913-4EEB-969D-1764D11C1F9B}" srcId="{2F37ADC1-401F-4E82-A14F-59E06F2D1371}" destId="{7D56C387-C962-435B-BC3E-35B0C0D287A4}" srcOrd="0" destOrd="0" parTransId="{F499F923-DA61-4966-982C-BE06E6C588B7}" sibTransId="{FADBDAB3-68F7-45A1-A6E4-98ED8DD48CC4}"/>
    <dgm:cxn modelId="{4D77A9F9-EF06-43AD-9268-D504CC08972E}" srcId="{7B1FF1CE-349B-4642-B988-1907C44C18FA}" destId="{B43A0C8E-F212-42D8-A8C5-DB0CF4C82FB4}" srcOrd="3" destOrd="0" parTransId="{C8E95AF1-9C36-44E3-B95D-581BA2D0911E}" sibTransId="{29BE53A7-D892-4C2E-B5BE-D4015ACB14B9}"/>
    <dgm:cxn modelId="{26F2D6FE-6DDB-4735-B78E-B8E8FDA60D68}" srcId="{7B1FF1CE-349B-4642-B988-1907C44C18FA}" destId="{2F37ADC1-401F-4E82-A14F-59E06F2D1371}" srcOrd="2" destOrd="0" parTransId="{51092C5F-6FC3-4B0C-9A3D-516280557436}" sibTransId="{B4D4A06E-D4E8-406D-9699-BB8A146DB7F3}"/>
    <dgm:cxn modelId="{C419F91B-6A79-411A-B975-E8D99F0E367A}" type="presParOf" srcId="{75D0177F-DD9E-4BDF-9FB3-433CD8AC95BF}" destId="{51EFA681-99F1-46E4-B65B-37BB98B6FFFB}" srcOrd="0" destOrd="0" presId="urn:microsoft.com/office/officeart/2005/8/layout/lProcess2"/>
    <dgm:cxn modelId="{AE2BB098-AC41-4109-B25E-A0A5A78EEE2C}" type="presParOf" srcId="{51EFA681-99F1-46E4-B65B-37BB98B6FFFB}" destId="{9150DDFB-19AE-47A2-90D1-0D6F5C87440F}" srcOrd="0" destOrd="0" presId="urn:microsoft.com/office/officeart/2005/8/layout/lProcess2"/>
    <dgm:cxn modelId="{8A1C8304-A5EB-46E7-AD01-FAADF80B3880}" type="presParOf" srcId="{51EFA681-99F1-46E4-B65B-37BB98B6FFFB}" destId="{F19C01D0-C139-454D-949B-EA1C7E3EDE4A}" srcOrd="1" destOrd="0" presId="urn:microsoft.com/office/officeart/2005/8/layout/lProcess2"/>
    <dgm:cxn modelId="{25D70C7E-34F0-42BC-80D3-615083DF6622}" type="presParOf" srcId="{51EFA681-99F1-46E4-B65B-37BB98B6FFFB}" destId="{733948E0-AFC0-43FF-9CA0-E5E7969A297D}" srcOrd="2" destOrd="0" presId="urn:microsoft.com/office/officeart/2005/8/layout/lProcess2"/>
    <dgm:cxn modelId="{00DA7E0E-2786-4336-B254-DC0BC5017396}" type="presParOf" srcId="{733948E0-AFC0-43FF-9CA0-E5E7969A297D}" destId="{783993E5-93B9-4BED-8B44-D53998F59593}" srcOrd="0" destOrd="0" presId="urn:microsoft.com/office/officeart/2005/8/layout/lProcess2"/>
    <dgm:cxn modelId="{AEE38A15-6FC2-44BA-ABE4-1FC066EE17F5}" type="presParOf" srcId="{783993E5-93B9-4BED-8B44-D53998F59593}" destId="{8B6E3E8A-29A7-48D8-B8B1-419CFD0B9FA4}" srcOrd="0" destOrd="0" presId="urn:microsoft.com/office/officeart/2005/8/layout/lProcess2"/>
    <dgm:cxn modelId="{30E15B74-36C4-470A-ACD3-1AC17848449E}" type="presParOf" srcId="{783993E5-93B9-4BED-8B44-D53998F59593}" destId="{5CB5FDA1-3862-4687-8F13-4B6DA5FFB106}" srcOrd="1" destOrd="0" presId="urn:microsoft.com/office/officeart/2005/8/layout/lProcess2"/>
    <dgm:cxn modelId="{2378585F-F69B-48CD-A226-9CBD269BAFC2}" type="presParOf" srcId="{783993E5-93B9-4BED-8B44-D53998F59593}" destId="{74536773-4C6D-445D-BB8A-C91657E2695E}" srcOrd="2" destOrd="0" presId="urn:microsoft.com/office/officeart/2005/8/layout/lProcess2"/>
    <dgm:cxn modelId="{F19EED0F-189C-405C-87E7-024291784211}" type="presParOf" srcId="{75D0177F-DD9E-4BDF-9FB3-433CD8AC95BF}" destId="{AE42AABC-CA1D-4B4F-B245-A0089DA76B18}" srcOrd="1" destOrd="0" presId="urn:microsoft.com/office/officeart/2005/8/layout/lProcess2"/>
    <dgm:cxn modelId="{01AC0F77-C09F-4539-84D4-8536350D1133}" type="presParOf" srcId="{75D0177F-DD9E-4BDF-9FB3-433CD8AC95BF}" destId="{49A52AB5-531F-4CED-81A3-81E6108AB9EB}" srcOrd="2" destOrd="0" presId="urn:microsoft.com/office/officeart/2005/8/layout/lProcess2"/>
    <dgm:cxn modelId="{0A8F135E-703B-4DDA-B29D-CC81AAD179D0}" type="presParOf" srcId="{49A52AB5-531F-4CED-81A3-81E6108AB9EB}" destId="{2BE21367-AEFF-423C-886B-919F660EC2AC}" srcOrd="0" destOrd="0" presId="urn:microsoft.com/office/officeart/2005/8/layout/lProcess2"/>
    <dgm:cxn modelId="{7230CB70-6A45-4108-9DEF-839627D4F3A5}" type="presParOf" srcId="{49A52AB5-531F-4CED-81A3-81E6108AB9EB}" destId="{F2DD5ACD-55E1-449A-A6A4-4D12585E6D46}" srcOrd="1" destOrd="0" presId="urn:microsoft.com/office/officeart/2005/8/layout/lProcess2"/>
    <dgm:cxn modelId="{DEB92EAF-9761-4BFE-9924-E5E04510CADF}" type="presParOf" srcId="{49A52AB5-531F-4CED-81A3-81E6108AB9EB}" destId="{D8CF432A-B836-470C-A312-F79BF7979822}" srcOrd="2" destOrd="0" presId="urn:microsoft.com/office/officeart/2005/8/layout/lProcess2"/>
    <dgm:cxn modelId="{CC2F1FED-4C0B-4736-88E9-BA02C08D271D}" type="presParOf" srcId="{D8CF432A-B836-470C-A312-F79BF7979822}" destId="{CFCC2404-B61D-4706-9CAC-B0234DE4A868}" srcOrd="0" destOrd="0" presId="urn:microsoft.com/office/officeart/2005/8/layout/lProcess2"/>
    <dgm:cxn modelId="{D4134D65-0B35-4FBD-A964-8AC76368816C}" type="presParOf" srcId="{CFCC2404-B61D-4706-9CAC-B0234DE4A868}" destId="{4D864648-6501-4FFF-B709-66527F27AF87}" srcOrd="0" destOrd="0" presId="urn:microsoft.com/office/officeart/2005/8/layout/lProcess2"/>
    <dgm:cxn modelId="{0DB62974-5347-4440-8B59-7F209979A2DD}" type="presParOf" srcId="{CFCC2404-B61D-4706-9CAC-B0234DE4A868}" destId="{9D48D190-A0E4-4588-87ED-3F80EFA10B60}" srcOrd="1" destOrd="0" presId="urn:microsoft.com/office/officeart/2005/8/layout/lProcess2"/>
    <dgm:cxn modelId="{04D3D545-59DC-4A91-B704-8C323F31A9B9}" type="presParOf" srcId="{CFCC2404-B61D-4706-9CAC-B0234DE4A868}" destId="{002849C6-60EA-40E9-B1E5-BB35156FEB69}" srcOrd="2" destOrd="0" presId="urn:microsoft.com/office/officeart/2005/8/layout/lProcess2"/>
    <dgm:cxn modelId="{271DB2E6-C500-4606-AF48-AADA5F649DDE}" type="presParOf" srcId="{75D0177F-DD9E-4BDF-9FB3-433CD8AC95BF}" destId="{592F4326-9E7A-40E5-B599-69B297DC1845}" srcOrd="3" destOrd="0" presId="urn:microsoft.com/office/officeart/2005/8/layout/lProcess2"/>
    <dgm:cxn modelId="{AA67FAFF-1E45-4719-95F8-190F769431AD}" type="presParOf" srcId="{75D0177F-DD9E-4BDF-9FB3-433CD8AC95BF}" destId="{FAA23DF9-F30A-40BD-A04A-52E990DA9DEA}" srcOrd="4" destOrd="0" presId="urn:microsoft.com/office/officeart/2005/8/layout/lProcess2"/>
    <dgm:cxn modelId="{62475C18-63CB-40A7-9684-8A1D45D01C37}" type="presParOf" srcId="{FAA23DF9-F30A-40BD-A04A-52E990DA9DEA}" destId="{5846E77C-D96D-4711-8FFC-F93846A9DD46}" srcOrd="0" destOrd="0" presId="urn:microsoft.com/office/officeart/2005/8/layout/lProcess2"/>
    <dgm:cxn modelId="{BCCD5EBD-321B-4D1E-AAD2-FF1D63B7FFEB}" type="presParOf" srcId="{FAA23DF9-F30A-40BD-A04A-52E990DA9DEA}" destId="{709506AF-729D-4395-9212-52B0444D7966}" srcOrd="1" destOrd="0" presId="urn:microsoft.com/office/officeart/2005/8/layout/lProcess2"/>
    <dgm:cxn modelId="{4D5C290F-0FD3-4A52-B2DB-CEE1727745A3}" type="presParOf" srcId="{FAA23DF9-F30A-40BD-A04A-52E990DA9DEA}" destId="{5A2C0C9C-C3C7-467B-AD5B-ECE703CD06BB}" srcOrd="2" destOrd="0" presId="urn:microsoft.com/office/officeart/2005/8/layout/lProcess2"/>
    <dgm:cxn modelId="{C356C947-CED4-4363-87C7-50C478C495EC}" type="presParOf" srcId="{5A2C0C9C-C3C7-467B-AD5B-ECE703CD06BB}" destId="{58A05540-72DF-4B4A-8A20-3A6B07DA9FCE}" srcOrd="0" destOrd="0" presId="urn:microsoft.com/office/officeart/2005/8/layout/lProcess2"/>
    <dgm:cxn modelId="{9ED7797E-F15A-402F-9C46-F2A5A32179E0}" type="presParOf" srcId="{58A05540-72DF-4B4A-8A20-3A6B07DA9FCE}" destId="{47954F59-6293-4ABD-B2ED-FC786BE908DB}" srcOrd="0" destOrd="0" presId="urn:microsoft.com/office/officeart/2005/8/layout/lProcess2"/>
    <dgm:cxn modelId="{1E44E8DD-B7D0-4E08-8FF2-DC80169B3807}" type="presParOf" srcId="{58A05540-72DF-4B4A-8A20-3A6B07DA9FCE}" destId="{53F15575-C615-47F3-9968-F42981273370}" srcOrd="1" destOrd="0" presId="urn:microsoft.com/office/officeart/2005/8/layout/lProcess2"/>
    <dgm:cxn modelId="{FE662B25-EF5A-4026-B643-8C63CD6EE6E9}" type="presParOf" srcId="{58A05540-72DF-4B4A-8A20-3A6B07DA9FCE}" destId="{2B807C1D-DB9D-4BD2-AB54-6621BC8C4E1A}" srcOrd="2" destOrd="0" presId="urn:microsoft.com/office/officeart/2005/8/layout/lProcess2"/>
    <dgm:cxn modelId="{78E1A313-CE77-49E5-82B5-E2458DA7744C}" type="presParOf" srcId="{75D0177F-DD9E-4BDF-9FB3-433CD8AC95BF}" destId="{390E3DCD-1714-4891-847A-4D82834D341F}" srcOrd="5" destOrd="0" presId="urn:microsoft.com/office/officeart/2005/8/layout/lProcess2"/>
    <dgm:cxn modelId="{5006F15D-44D8-460D-BA27-0CF3D99F8CC1}" type="presParOf" srcId="{75D0177F-DD9E-4BDF-9FB3-433CD8AC95BF}" destId="{D54E5646-6D53-4117-9A65-3AE350AA5A68}" srcOrd="6" destOrd="0" presId="urn:microsoft.com/office/officeart/2005/8/layout/lProcess2"/>
    <dgm:cxn modelId="{0DEF929F-0A1F-4B46-A0C6-9FB208DE0B95}" type="presParOf" srcId="{D54E5646-6D53-4117-9A65-3AE350AA5A68}" destId="{D30238F8-AFAB-4559-906A-755C69BB69E2}" srcOrd="0" destOrd="0" presId="urn:microsoft.com/office/officeart/2005/8/layout/lProcess2"/>
    <dgm:cxn modelId="{E9363763-C9F7-4C2F-BBB0-09925B0F4395}" type="presParOf" srcId="{D54E5646-6D53-4117-9A65-3AE350AA5A68}" destId="{B2956D85-66D9-46B8-B256-D904E3559981}" srcOrd="1" destOrd="0" presId="urn:microsoft.com/office/officeart/2005/8/layout/lProcess2"/>
    <dgm:cxn modelId="{ED1A0A54-E04F-477B-ADE2-8CE06A1C35C8}" type="presParOf" srcId="{D54E5646-6D53-4117-9A65-3AE350AA5A68}" destId="{EA6EA211-B903-48D3-BCDB-7C03BD6228B8}" srcOrd="2" destOrd="0" presId="urn:microsoft.com/office/officeart/2005/8/layout/lProcess2"/>
    <dgm:cxn modelId="{CCC029E0-BAA1-43C0-A88E-71114A721B92}" type="presParOf" srcId="{EA6EA211-B903-48D3-BCDB-7C03BD6228B8}" destId="{D4B938D5-AD32-4D27-9C2D-D46E2791855E}" srcOrd="0" destOrd="0" presId="urn:microsoft.com/office/officeart/2005/8/layout/lProcess2"/>
    <dgm:cxn modelId="{0D91B6AA-1AB3-43E7-A51B-CBB7B9325106}" type="presParOf" srcId="{D4B938D5-AD32-4D27-9C2D-D46E2791855E}" destId="{EAA8AB16-509E-4F46-B8AD-B4CCD0239F46}" srcOrd="0" destOrd="0" presId="urn:microsoft.com/office/officeart/2005/8/layout/lProcess2"/>
    <dgm:cxn modelId="{5506DF20-202A-49C3-8BDB-FB3995649E0A}" type="presParOf" srcId="{D4B938D5-AD32-4D27-9C2D-D46E2791855E}" destId="{DB69896E-7FA0-46AC-A77F-AE9F42BF56F2}" srcOrd="1" destOrd="0" presId="urn:microsoft.com/office/officeart/2005/8/layout/lProcess2"/>
    <dgm:cxn modelId="{679D4CEA-C65E-4057-88FE-FFA2C9888A98}" type="presParOf" srcId="{D4B938D5-AD32-4D27-9C2D-D46E2791855E}" destId="{A37A5BF0-6ED6-4F0A-9559-449C249D3FA2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1FF1CE-349B-4642-B988-1907C44C18FA}" type="doc">
      <dgm:prSet loTypeId="urn:microsoft.com/office/officeart/2005/8/layout/lProcess2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pPr latinLnBrk="1"/>
          <a:endParaRPr lang="ko-KR" altLang="en-US"/>
        </a:p>
      </dgm:t>
    </dgm:pt>
    <dgm:pt modelId="{1DFB27F7-35BA-4E52-A29B-4FBC8C5DF23F}">
      <dgm:prSet phldrT="[텍스트]"/>
      <dgm:spPr/>
      <dgm:t>
        <a:bodyPr/>
        <a:lstStyle/>
        <a:p>
          <a:pPr latinLnBrk="1"/>
          <a:r>
            <a:rPr lang="en-US" altLang="ko-KR" dirty="0"/>
            <a:t>Page 1</a:t>
          </a:r>
          <a:endParaRPr lang="ko-KR" altLang="en-US" dirty="0"/>
        </a:p>
      </dgm:t>
    </dgm:pt>
    <dgm:pt modelId="{22103751-AC40-4759-B2D7-7EA5E7B4BD44}" type="parTrans" cxnId="{79397F28-F133-4BBA-8728-196FF0C6D22C}">
      <dgm:prSet/>
      <dgm:spPr/>
      <dgm:t>
        <a:bodyPr/>
        <a:lstStyle/>
        <a:p>
          <a:pPr latinLnBrk="1"/>
          <a:endParaRPr lang="ko-KR" altLang="en-US"/>
        </a:p>
      </dgm:t>
    </dgm:pt>
    <dgm:pt modelId="{73F3E8B5-FF67-4EEA-935A-0447FF1C0090}" type="sibTrans" cxnId="{79397F28-F133-4BBA-8728-196FF0C6D22C}">
      <dgm:prSet/>
      <dgm:spPr/>
      <dgm:t>
        <a:bodyPr/>
        <a:lstStyle/>
        <a:p>
          <a:pPr latinLnBrk="1"/>
          <a:endParaRPr lang="ko-KR" altLang="en-US"/>
        </a:p>
      </dgm:t>
    </dgm:pt>
    <dgm:pt modelId="{826DDCE6-B9B0-45D0-9457-ECF57A74BE43}">
      <dgm:prSet phldrT="[텍스트]"/>
      <dgm:spPr/>
      <dgm:t>
        <a:bodyPr/>
        <a:lstStyle/>
        <a:p>
          <a:pPr latinLnBrk="1"/>
          <a:r>
            <a:rPr lang="en-US" altLang="ko-KR" dirty="0"/>
            <a:t>Page 2</a:t>
          </a:r>
          <a:endParaRPr lang="ko-KR" altLang="en-US" dirty="0"/>
        </a:p>
      </dgm:t>
    </dgm:pt>
    <dgm:pt modelId="{2EEA0E54-B616-4248-8E41-0CEA868C496D}" type="parTrans" cxnId="{159F2682-C0EA-43B4-A034-56B6E7CF93F5}">
      <dgm:prSet/>
      <dgm:spPr/>
      <dgm:t>
        <a:bodyPr/>
        <a:lstStyle/>
        <a:p>
          <a:pPr latinLnBrk="1"/>
          <a:endParaRPr lang="ko-KR" altLang="en-US"/>
        </a:p>
      </dgm:t>
    </dgm:pt>
    <dgm:pt modelId="{9836B15E-AEB9-4522-AE9E-FBD7F05FFE50}" type="sibTrans" cxnId="{159F2682-C0EA-43B4-A034-56B6E7CF93F5}">
      <dgm:prSet/>
      <dgm:spPr/>
      <dgm:t>
        <a:bodyPr/>
        <a:lstStyle/>
        <a:p>
          <a:pPr latinLnBrk="1"/>
          <a:endParaRPr lang="ko-KR" altLang="en-US"/>
        </a:p>
      </dgm:t>
    </dgm:pt>
    <dgm:pt modelId="{2F37ADC1-401F-4E82-A14F-59E06F2D1371}">
      <dgm:prSet phldrT="[텍스트]"/>
      <dgm:spPr/>
      <dgm:t>
        <a:bodyPr/>
        <a:lstStyle/>
        <a:p>
          <a:pPr latinLnBrk="1"/>
          <a:r>
            <a:rPr lang="en-US" altLang="ko-KR" dirty="0"/>
            <a:t>Page 3</a:t>
          </a:r>
          <a:endParaRPr lang="ko-KR" altLang="en-US" dirty="0"/>
        </a:p>
      </dgm:t>
    </dgm:pt>
    <dgm:pt modelId="{51092C5F-6FC3-4B0C-9A3D-516280557436}" type="parTrans" cxnId="{26F2D6FE-6DDB-4735-B78E-B8E8FDA60D68}">
      <dgm:prSet/>
      <dgm:spPr/>
      <dgm:t>
        <a:bodyPr/>
        <a:lstStyle/>
        <a:p>
          <a:pPr latinLnBrk="1"/>
          <a:endParaRPr lang="ko-KR" altLang="en-US"/>
        </a:p>
      </dgm:t>
    </dgm:pt>
    <dgm:pt modelId="{B4D4A06E-D4E8-406D-9699-BB8A146DB7F3}" type="sibTrans" cxnId="{26F2D6FE-6DDB-4735-B78E-B8E8FDA60D68}">
      <dgm:prSet/>
      <dgm:spPr/>
      <dgm:t>
        <a:bodyPr/>
        <a:lstStyle/>
        <a:p>
          <a:pPr latinLnBrk="1"/>
          <a:endParaRPr lang="ko-KR" altLang="en-US"/>
        </a:p>
      </dgm:t>
    </dgm:pt>
    <dgm:pt modelId="{B43A0C8E-F212-42D8-A8C5-DB0CF4C82FB4}">
      <dgm:prSet phldrT="[텍스트]"/>
      <dgm:spPr/>
      <dgm:t>
        <a:bodyPr/>
        <a:lstStyle/>
        <a:p>
          <a:pPr latinLnBrk="1"/>
          <a:r>
            <a:rPr lang="en-US" altLang="ko-KR" dirty="0"/>
            <a:t>page 4</a:t>
          </a:r>
          <a:endParaRPr lang="ko-KR" altLang="en-US" dirty="0"/>
        </a:p>
      </dgm:t>
    </dgm:pt>
    <dgm:pt modelId="{C8E95AF1-9C36-44E3-B95D-581BA2D0911E}" type="parTrans" cxnId="{4D77A9F9-EF06-43AD-9268-D504CC08972E}">
      <dgm:prSet/>
      <dgm:spPr/>
      <dgm:t>
        <a:bodyPr/>
        <a:lstStyle/>
        <a:p>
          <a:pPr latinLnBrk="1"/>
          <a:endParaRPr lang="ko-KR" altLang="en-US"/>
        </a:p>
      </dgm:t>
    </dgm:pt>
    <dgm:pt modelId="{29BE53A7-D892-4C2E-B5BE-D4015ACB14B9}" type="sibTrans" cxnId="{4D77A9F9-EF06-43AD-9268-D504CC08972E}">
      <dgm:prSet/>
      <dgm:spPr/>
      <dgm:t>
        <a:bodyPr/>
        <a:lstStyle/>
        <a:p>
          <a:pPr latinLnBrk="1"/>
          <a:endParaRPr lang="ko-KR" altLang="en-US"/>
        </a:p>
      </dgm:t>
    </dgm:pt>
    <dgm:pt modelId="{77CCFBE7-892E-4730-B4E4-61443CE1E410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USE</a:t>
          </a:r>
          <a:endParaRPr lang="ko-KR" altLang="en-US" dirty="0"/>
        </a:p>
      </dgm:t>
    </dgm:pt>
    <dgm:pt modelId="{D87A406B-308B-4193-BAF5-85266675CCAD}" type="parTrans" cxnId="{4111D150-665F-4F8B-81D3-14DC8BA69F15}">
      <dgm:prSet/>
      <dgm:spPr/>
      <dgm:t>
        <a:bodyPr/>
        <a:lstStyle/>
        <a:p>
          <a:pPr latinLnBrk="1"/>
          <a:endParaRPr lang="ko-KR" altLang="en-US"/>
        </a:p>
      </dgm:t>
    </dgm:pt>
    <dgm:pt modelId="{336EEA35-868C-4680-9730-FFC2ED6251D4}" type="sibTrans" cxnId="{4111D150-665F-4F8B-81D3-14DC8BA69F15}">
      <dgm:prSet/>
      <dgm:spPr/>
      <dgm:t>
        <a:bodyPr/>
        <a:lstStyle/>
        <a:p>
          <a:pPr latinLnBrk="1"/>
          <a:endParaRPr lang="ko-KR" altLang="en-US"/>
        </a:p>
      </dgm:t>
    </dgm:pt>
    <dgm:pt modelId="{A1B0BC08-019A-494D-8D7A-94FCD9B782BF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USE</a:t>
          </a:r>
          <a:endParaRPr lang="ko-KR" altLang="en-US" dirty="0"/>
        </a:p>
      </dgm:t>
    </dgm:pt>
    <dgm:pt modelId="{736E1406-80D9-46C6-A0D2-5E832A51A89A}" type="parTrans" cxnId="{76A9D85B-9775-4A69-8690-513AA7FEF6F6}">
      <dgm:prSet/>
      <dgm:spPr/>
      <dgm:t>
        <a:bodyPr/>
        <a:lstStyle/>
        <a:p>
          <a:pPr latinLnBrk="1"/>
          <a:endParaRPr lang="ko-KR" altLang="en-US"/>
        </a:p>
      </dgm:t>
    </dgm:pt>
    <dgm:pt modelId="{A75E98FD-B532-4895-9BB8-39222E48509B}" type="sibTrans" cxnId="{76A9D85B-9775-4A69-8690-513AA7FEF6F6}">
      <dgm:prSet/>
      <dgm:spPr/>
      <dgm:t>
        <a:bodyPr/>
        <a:lstStyle/>
        <a:p>
          <a:pPr latinLnBrk="1"/>
          <a:endParaRPr lang="ko-KR" altLang="en-US"/>
        </a:p>
      </dgm:t>
    </dgm:pt>
    <dgm:pt modelId="{5A188A66-51AE-4DF1-A831-7153CD4C26E3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USE</a:t>
          </a:r>
          <a:endParaRPr lang="ko-KR" altLang="en-US" dirty="0"/>
        </a:p>
      </dgm:t>
    </dgm:pt>
    <dgm:pt modelId="{8AA90417-D2E3-461E-A213-6EDF8F207282}" type="parTrans" cxnId="{E2062236-E3E5-4F0E-891C-96B06BF0340F}">
      <dgm:prSet/>
      <dgm:spPr/>
      <dgm:t>
        <a:bodyPr/>
        <a:lstStyle/>
        <a:p>
          <a:pPr latinLnBrk="1"/>
          <a:endParaRPr lang="ko-KR" altLang="en-US"/>
        </a:p>
      </dgm:t>
    </dgm:pt>
    <dgm:pt modelId="{C12A55DF-4EC6-4A84-8847-BA636063545F}" type="sibTrans" cxnId="{E2062236-E3E5-4F0E-891C-96B06BF0340F}">
      <dgm:prSet/>
      <dgm:spPr/>
      <dgm:t>
        <a:bodyPr/>
        <a:lstStyle/>
        <a:p>
          <a:pPr latinLnBrk="1"/>
          <a:endParaRPr lang="ko-KR" altLang="en-US"/>
        </a:p>
      </dgm:t>
    </dgm:pt>
    <dgm:pt modelId="{8929E670-BA1D-422E-8417-A28C91BF689C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USE</a:t>
          </a:r>
          <a:endParaRPr lang="ko-KR" altLang="en-US" dirty="0"/>
        </a:p>
      </dgm:t>
    </dgm:pt>
    <dgm:pt modelId="{02149BD7-8240-4E5A-B00E-C43767613171}" type="parTrans" cxnId="{91BF4FC3-3384-4C37-9817-075F25887C62}">
      <dgm:prSet/>
      <dgm:spPr/>
      <dgm:t>
        <a:bodyPr/>
        <a:lstStyle/>
        <a:p>
          <a:pPr latinLnBrk="1"/>
          <a:endParaRPr lang="ko-KR" altLang="en-US"/>
        </a:p>
      </dgm:t>
    </dgm:pt>
    <dgm:pt modelId="{22BAFBEC-6028-4AEC-B71C-4BC1CA1E5C71}" type="sibTrans" cxnId="{91BF4FC3-3384-4C37-9817-075F25887C62}">
      <dgm:prSet/>
      <dgm:spPr/>
      <dgm:t>
        <a:bodyPr/>
        <a:lstStyle/>
        <a:p>
          <a:pPr latinLnBrk="1"/>
          <a:endParaRPr lang="ko-KR" altLang="en-US"/>
        </a:p>
      </dgm:t>
    </dgm:pt>
    <dgm:pt modelId="{75D0177F-DD9E-4BDF-9FB3-433CD8AC95BF}" type="pres">
      <dgm:prSet presAssocID="{7B1FF1CE-349B-4642-B988-1907C44C18FA}" presName="theList" presStyleCnt="0">
        <dgm:presLayoutVars>
          <dgm:dir/>
          <dgm:animLvl val="lvl"/>
          <dgm:resizeHandles val="exact"/>
        </dgm:presLayoutVars>
      </dgm:prSet>
      <dgm:spPr/>
    </dgm:pt>
    <dgm:pt modelId="{51EFA681-99F1-46E4-B65B-37BB98B6FFFB}" type="pres">
      <dgm:prSet presAssocID="{1DFB27F7-35BA-4E52-A29B-4FBC8C5DF23F}" presName="compNode" presStyleCnt="0"/>
      <dgm:spPr/>
    </dgm:pt>
    <dgm:pt modelId="{9150DDFB-19AE-47A2-90D1-0D6F5C87440F}" type="pres">
      <dgm:prSet presAssocID="{1DFB27F7-35BA-4E52-A29B-4FBC8C5DF23F}" presName="aNode" presStyleLbl="bgShp" presStyleIdx="0" presStyleCnt="4" custScaleX="27069" custScaleY="92853" custLinFactNeighborX="-24772" custLinFactNeighborY="322"/>
      <dgm:spPr/>
    </dgm:pt>
    <dgm:pt modelId="{F19C01D0-C139-454D-949B-EA1C7E3EDE4A}" type="pres">
      <dgm:prSet presAssocID="{1DFB27F7-35BA-4E52-A29B-4FBC8C5DF23F}" presName="textNode" presStyleLbl="bgShp" presStyleIdx="0" presStyleCnt="4"/>
      <dgm:spPr/>
    </dgm:pt>
    <dgm:pt modelId="{733948E0-AFC0-43FF-9CA0-E5E7969A297D}" type="pres">
      <dgm:prSet presAssocID="{1DFB27F7-35BA-4E52-A29B-4FBC8C5DF23F}" presName="compChildNode" presStyleCnt="0"/>
      <dgm:spPr/>
    </dgm:pt>
    <dgm:pt modelId="{783993E5-93B9-4BED-8B44-D53998F59593}" type="pres">
      <dgm:prSet presAssocID="{1DFB27F7-35BA-4E52-A29B-4FBC8C5DF23F}" presName="theInnerList" presStyleCnt="0"/>
      <dgm:spPr/>
    </dgm:pt>
    <dgm:pt modelId="{6C3724B6-178E-4261-A8A0-F1414E7B1E90}" type="pres">
      <dgm:prSet presAssocID="{77CCFBE7-892E-4730-B4E4-61443CE1E410}" presName="childNode" presStyleLbl="node1" presStyleIdx="0" presStyleCnt="4" custScaleX="27967">
        <dgm:presLayoutVars>
          <dgm:bulletEnabled val="1"/>
        </dgm:presLayoutVars>
      </dgm:prSet>
      <dgm:spPr/>
    </dgm:pt>
    <dgm:pt modelId="{AE42AABC-CA1D-4B4F-B245-A0089DA76B18}" type="pres">
      <dgm:prSet presAssocID="{1DFB27F7-35BA-4E52-A29B-4FBC8C5DF23F}" presName="aSpace" presStyleCnt="0"/>
      <dgm:spPr/>
    </dgm:pt>
    <dgm:pt modelId="{49A52AB5-531F-4CED-81A3-81E6108AB9EB}" type="pres">
      <dgm:prSet presAssocID="{826DDCE6-B9B0-45D0-9457-ECF57A74BE43}" presName="compNode" presStyleCnt="0"/>
      <dgm:spPr/>
    </dgm:pt>
    <dgm:pt modelId="{2BE21367-AEFF-423C-886B-919F660EC2AC}" type="pres">
      <dgm:prSet presAssocID="{826DDCE6-B9B0-45D0-9457-ECF57A74BE43}" presName="aNode" presStyleLbl="bgShp" presStyleIdx="1" presStyleCnt="4" custScaleX="27069" custScaleY="92853"/>
      <dgm:spPr/>
    </dgm:pt>
    <dgm:pt modelId="{F2DD5ACD-55E1-449A-A6A4-4D12585E6D46}" type="pres">
      <dgm:prSet presAssocID="{826DDCE6-B9B0-45D0-9457-ECF57A74BE43}" presName="textNode" presStyleLbl="bgShp" presStyleIdx="1" presStyleCnt="4"/>
      <dgm:spPr/>
    </dgm:pt>
    <dgm:pt modelId="{D8CF432A-B836-470C-A312-F79BF7979822}" type="pres">
      <dgm:prSet presAssocID="{826DDCE6-B9B0-45D0-9457-ECF57A74BE43}" presName="compChildNode" presStyleCnt="0"/>
      <dgm:spPr/>
    </dgm:pt>
    <dgm:pt modelId="{CFCC2404-B61D-4706-9CAC-B0234DE4A868}" type="pres">
      <dgm:prSet presAssocID="{826DDCE6-B9B0-45D0-9457-ECF57A74BE43}" presName="theInnerList" presStyleCnt="0"/>
      <dgm:spPr/>
    </dgm:pt>
    <dgm:pt modelId="{C5FD8E0F-BA72-43F8-B9A4-AF1BF78C95E6}" type="pres">
      <dgm:prSet presAssocID="{A1B0BC08-019A-494D-8D7A-94FCD9B782BF}" presName="childNode" presStyleLbl="node1" presStyleIdx="1" presStyleCnt="4" custScaleX="28077">
        <dgm:presLayoutVars>
          <dgm:bulletEnabled val="1"/>
        </dgm:presLayoutVars>
      </dgm:prSet>
      <dgm:spPr/>
    </dgm:pt>
    <dgm:pt modelId="{592F4326-9E7A-40E5-B599-69B297DC1845}" type="pres">
      <dgm:prSet presAssocID="{826DDCE6-B9B0-45D0-9457-ECF57A74BE43}" presName="aSpace" presStyleCnt="0"/>
      <dgm:spPr/>
    </dgm:pt>
    <dgm:pt modelId="{FAA23DF9-F30A-40BD-A04A-52E990DA9DEA}" type="pres">
      <dgm:prSet presAssocID="{2F37ADC1-401F-4E82-A14F-59E06F2D1371}" presName="compNode" presStyleCnt="0"/>
      <dgm:spPr/>
    </dgm:pt>
    <dgm:pt modelId="{5846E77C-D96D-4711-8FFC-F93846A9DD46}" type="pres">
      <dgm:prSet presAssocID="{2F37ADC1-401F-4E82-A14F-59E06F2D1371}" presName="aNode" presStyleLbl="bgShp" presStyleIdx="2" presStyleCnt="4" custScaleX="27069" custScaleY="92853"/>
      <dgm:spPr/>
    </dgm:pt>
    <dgm:pt modelId="{709506AF-729D-4395-9212-52B0444D7966}" type="pres">
      <dgm:prSet presAssocID="{2F37ADC1-401F-4E82-A14F-59E06F2D1371}" presName="textNode" presStyleLbl="bgShp" presStyleIdx="2" presStyleCnt="4"/>
      <dgm:spPr/>
    </dgm:pt>
    <dgm:pt modelId="{5A2C0C9C-C3C7-467B-AD5B-ECE703CD06BB}" type="pres">
      <dgm:prSet presAssocID="{2F37ADC1-401F-4E82-A14F-59E06F2D1371}" presName="compChildNode" presStyleCnt="0"/>
      <dgm:spPr/>
    </dgm:pt>
    <dgm:pt modelId="{58A05540-72DF-4B4A-8A20-3A6B07DA9FCE}" type="pres">
      <dgm:prSet presAssocID="{2F37ADC1-401F-4E82-A14F-59E06F2D1371}" presName="theInnerList" presStyleCnt="0"/>
      <dgm:spPr/>
    </dgm:pt>
    <dgm:pt modelId="{3E4D8702-5625-4CBF-8539-D3FBB7C20493}" type="pres">
      <dgm:prSet presAssocID="{5A188A66-51AE-4DF1-A831-7153CD4C26E3}" presName="childNode" presStyleLbl="node1" presStyleIdx="2" presStyleCnt="4" custScaleX="30949">
        <dgm:presLayoutVars>
          <dgm:bulletEnabled val="1"/>
        </dgm:presLayoutVars>
      </dgm:prSet>
      <dgm:spPr/>
    </dgm:pt>
    <dgm:pt modelId="{390E3DCD-1714-4891-847A-4D82834D341F}" type="pres">
      <dgm:prSet presAssocID="{2F37ADC1-401F-4E82-A14F-59E06F2D1371}" presName="aSpace" presStyleCnt="0"/>
      <dgm:spPr/>
    </dgm:pt>
    <dgm:pt modelId="{D54E5646-6D53-4117-9A65-3AE350AA5A68}" type="pres">
      <dgm:prSet presAssocID="{B43A0C8E-F212-42D8-A8C5-DB0CF4C82FB4}" presName="compNode" presStyleCnt="0"/>
      <dgm:spPr/>
    </dgm:pt>
    <dgm:pt modelId="{D30238F8-AFAB-4559-906A-755C69BB69E2}" type="pres">
      <dgm:prSet presAssocID="{B43A0C8E-F212-42D8-A8C5-DB0CF4C82FB4}" presName="aNode" presStyleLbl="bgShp" presStyleIdx="3" presStyleCnt="4" custScaleX="27069" custScaleY="92853"/>
      <dgm:spPr/>
    </dgm:pt>
    <dgm:pt modelId="{B2956D85-66D9-46B8-B256-D904E3559981}" type="pres">
      <dgm:prSet presAssocID="{B43A0C8E-F212-42D8-A8C5-DB0CF4C82FB4}" presName="textNode" presStyleLbl="bgShp" presStyleIdx="3" presStyleCnt="4"/>
      <dgm:spPr/>
    </dgm:pt>
    <dgm:pt modelId="{EA6EA211-B903-48D3-BCDB-7C03BD6228B8}" type="pres">
      <dgm:prSet presAssocID="{B43A0C8E-F212-42D8-A8C5-DB0CF4C82FB4}" presName="compChildNode" presStyleCnt="0"/>
      <dgm:spPr/>
    </dgm:pt>
    <dgm:pt modelId="{D4B938D5-AD32-4D27-9C2D-D46E2791855E}" type="pres">
      <dgm:prSet presAssocID="{B43A0C8E-F212-42D8-A8C5-DB0CF4C82FB4}" presName="theInnerList" presStyleCnt="0"/>
      <dgm:spPr/>
    </dgm:pt>
    <dgm:pt modelId="{BF0C00CC-EEDD-4642-9569-43F269C42EB0}" type="pres">
      <dgm:prSet presAssocID="{8929E670-BA1D-422E-8417-A28C91BF689C}" presName="childNode" presStyleLbl="node1" presStyleIdx="3" presStyleCnt="4" custScaleX="29129">
        <dgm:presLayoutVars>
          <dgm:bulletEnabled val="1"/>
        </dgm:presLayoutVars>
      </dgm:prSet>
      <dgm:spPr/>
    </dgm:pt>
  </dgm:ptLst>
  <dgm:cxnLst>
    <dgm:cxn modelId="{E5F0320F-7ED5-4CA9-A703-20445EE87804}" type="presOf" srcId="{B43A0C8E-F212-42D8-A8C5-DB0CF4C82FB4}" destId="{D30238F8-AFAB-4559-906A-755C69BB69E2}" srcOrd="0" destOrd="0" presId="urn:microsoft.com/office/officeart/2005/8/layout/lProcess2"/>
    <dgm:cxn modelId="{FC108213-A548-4C95-A3F6-704DAACC7BFB}" type="presOf" srcId="{2F37ADC1-401F-4E82-A14F-59E06F2D1371}" destId="{5846E77C-D96D-4711-8FFC-F93846A9DD46}" srcOrd="0" destOrd="0" presId="urn:microsoft.com/office/officeart/2005/8/layout/lProcess2"/>
    <dgm:cxn modelId="{1A7F7A1F-A5E5-452E-9615-5918DAA05C47}" type="presOf" srcId="{8929E670-BA1D-422E-8417-A28C91BF689C}" destId="{BF0C00CC-EEDD-4642-9569-43F269C42EB0}" srcOrd="0" destOrd="0" presId="urn:microsoft.com/office/officeart/2005/8/layout/lProcess2"/>
    <dgm:cxn modelId="{CB97A225-2CF6-4FE7-820C-A55BD1B9945C}" type="presOf" srcId="{826DDCE6-B9B0-45D0-9457-ECF57A74BE43}" destId="{2BE21367-AEFF-423C-886B-919F660EC2AC}" srcOrd="0" destOrd="0" presId="urn:microsoft.com/office/officeart/2005/8/layout/lProcess2"/>
    <dgm:cxn modelId="{79397F28-F133-4BBA-8728-196FF0C6D22C}" srcId="{7B1FF1CE-349B-4642-B988-1907C44C18FA}" destId="{1DFB27F7-35BA-4E52-A29B-4FBC8C5DF23F}" srcOrd="0" destOrd="0" parTransId="{22103751-AC40-4759-B2D7-7EA5E7B4BD44}" sibTransId="{73F3E8B5-FF67-4EEA-935A-0447FF1C0090}"/>
    <dgm:cxn modelId="{E2062236-E3E5-4F0E-891C-96B06BF0340F}" srcId="{2F37ADC1-401F-4E82-A14F-59E06F2D1371}" destId="{5A188A66-51AE-4DF1-A831-7153CD4C26E3}" srcOrd="0" destOrd="0" parTransId="{8AA90417-D2E3-461E-A213-6EDF8F207282}" sibTransId="{C12A55DF-4EC6-4A84-8847-BA636063545F}"/>
    <dgm:cxn modelId="{76A9D85B-9775-4A69-8690-513AA7FEF6F6}" srcId="{826DDCE6-B9B0-45D0-9457-ECF57A74BE43}" destId="{A1B0BC08-019A-494D-8D7A-94FCD9B782BF}" srcOrd="0" destOrd="0" parTransId="{736E1406-80D9-46C6-A0D2-5E832A51A89A}" sibTransId="{A75E98FD-B532-4895-9BB8-39222E48509B}"/>
    <dgm:cxn modelId="{E1A8F143-20FB-4615-8A12-A17774B54425}" type="presOf" srcId="{B43A0C8E-F212-42D8-A8C5-DB0CF4C82FB4}" destId="{B2956D85-66D9-46B8-B256-D904E3559981}" srcOrd="1" destOrd="0" presId="urn:microsoft.com/office/officeart/2005/8/layout/lProcess2"/>
    <dgm:cxn modelId="{9412304B-9176-45D0-80BE-FAAA9687369F}" type="presOf" srcId="{A1B0BC08-019A-494D-8D7A-94FCD9B782BF}" destId="{C5FD8E0F-BA72-43F8-B9A4-AF1BF78C95E6}" srcOrd="0" destOrd="0" presId="urn:microsoft.com/office/officeart/2005/8/layout/lProcess2"/>
    <dgm:cxn modelId="{4111D150-665F-4F8B-81D3-14DC8BA69F15}" srcId="{1DFB27F7-35BA-4E52-A29B-4FBC8C5DF23F}" destId="{77CCFBE7-892E-4730-B4E4-61443CE1E410}" srcOrd="0" destOrd="0" parTransId="{D87A406B-308B-4193-BAF5-85266675CCAD}" sibTransId="{336EEA35-868C-4680-9730-FFC2ED6251D4}"/>
    <dgm:cxn modelId="{E006BA59-5989-4094-8A29-D4600AD1606B}" type="presOf" srcId="{1DFB27F7-35BA-4E52-A29B-4FBC8C5DF23F}" destId="{F19C01D0-C139-454D-949B-EA1C7E3EDE4A}" srcOrd="1" destOrd="0" presId="urn:microsoft.com/office/officeart/2005/8/layout/lProcess2"/>
    <dgm:cxn modelId="{159F2682-C0EA-43B4-A034-56B6E7CF93F5}" srcId="{7B1FF1CE-349B-4642-B988-1907C44C18FA}" destId="{826DDCE6-B9B0-45D0-9457-ECF57A74BE43}" srcOrd="1" destOrd="0" parTransId="{2EEA0E54-B616-4248-8E41-0CEA868C496D}" sibTransId="{9836B15E-AEB9-4522-AE9E-FBD7F05FFE50}"/>
    <dgm:cxn modelId="{3AEFCF94-33AA-4D81-8627-02EFCDE4A6F1}" type="presOf" srcId="{2F37ADC1-401F-4E82-A14F-59E06F2D1371}" destId="{709506AF-729D-4395-9212-52B0444D7966}" srcOrd="1" destOrd="0" presId="urn:microsoft.com/office/officeart/2005/8/layout/lProcess2"/>
    <dgm:cxn modelId="{AEFA3BA9-0860-44A6-86A3-D4FC89F00B8A}" type="presOf" srcId="{77CCFBE7-892E-4730-B4E4-61443CE1E410}" destId="{6C3724B6-178E-4261-A8A0-F1414E7B1E90}" srcOrd="0" destOrd="0" presId="urn:microsoft.com/office/officeart/2005/8/layout/lProcess2"/>
    <dgm:cxn modelId="{C07795BB-A34E-47B0-B220-3486F114B0D5}" type="presOf" srcId="{5A188A66-51AE-4DF1-A831-7153CD4C26E3}" destId="{3E4D8702-5625-4CBF-8539-D3FBB7C20493}" srcOrd="0" destOrd="0" presId="urn:microsoft.com/office/officeart/2005/8/layout/lProcess2"/>
    <dgm:cxn modelId="{91BF4FC3-3384-4C37-9817-075F25887C62}" srcId="{B43A0C8E-F212-42D8-A8C5-DB0CF4C82FB4}" destId="{8929E670-BA1D-422E-8417-A28C91BF689C}" srcOrd="0" destOrd="0" parTransId="{02149BD7-8240-4E5A-B00E-C43767613171}" sibTransId="{22BAFBEC-6028-4AEC-B71C-4BC1CA1E5C71}"/>
    <dgm:cxn modelId="{211370E0-A0B8-48CD-90BB-83DA0DBEE83B}" type="presOf" srcId="{7B1FF1CE-349B-4642-B988-1907C44C18FA}" destId="{75D0177F-DD9E-4BDF-9FB3-433CD8AC95BF}" srcOrd="0" destOrd="0" presId="urn:microsoft.com/office/officeart/2005/8/layout/lProcess2"/>
    <dgm:cxn modelId="{298DE4E9-ED35-415B-B4A8-9F7DBD32641C}" type="presOf" srcId="{1DFB27F7-35BA-4E52-A29B-4FBC8C5DF23F}" destId="{9150DDFB-19AE-47A2-90D1-0D6F5C87440F}" srcOrd="0" destOrd="0" presId="urn:microsoft.com/office/officeart/2005/8/layout/lProcess2"/>
    <dgm:cxn modelId="{652810EC-8E08-48CF-80EF-84661634B6D2}" type="presOf" srcId="{826DDCE6-B9B0-45D0-9457-ECF57A74BE43}" destId="{F2DD5ACD-55E1-449A-A6A4-4D12585E6D46}" srcOrd="1" destOrd="0" presId="urn:microsoft.com/office/officeart/2005/8/layout/lProcess2"/>
    <dgm:cxn modelId="{4D77A9F9-EF06-43AD-9268-D504CC08972E}" srcId="{7B1FF1CE-349B-4642-B988-1907C44C18FA}" destId="{B43A0C8E-F212-42D8-A8C5-DB0CF4C82FB4}" srcOrd="3" destOrd="0" parTransId="{C8E95AF1-9C36-44E3-B95D-581BA2D0911E}" sibTransId="{29BE53A7-D892-4C2E-B5BE-D4015ACB14B9}"/>
    <dgm:cxn modelId="{26F2D6FE-6DDB-4735-B78E-B8E8FDA60D68}" srcId="{7B1FF1CE-349B-4642-B988-1907C44C18FA}" destId="{2F37ADC1-401F-4E82-A14F-59E06F2D1371}" srcOrd="2" destOrd="0" parTransId="{51092C5F-6FC3-4B0C-9A3D-516280557436}" sibTransId="{B4D4A06E-D4E8-406D-9699-BB8A146DB7F3}"/>
    <dgm:cxn modelId="{C419F91B-6A79-411A-B975-E8D99F0E367A}" type="presParOf" srcId="{75D0177F-DD9E-4BDF-9FB3-433CD8AC95BF}" destId="{51EFA681-99F1-46E4-B65B-37BB98B6FFFB}" srcOrd="0" destOrd="0" presId="urn:microsoft.com/office/officeart/2005/8/layout/lProcess2"/>
    <dgm:cxn modelId="{AE2BB098-AC41-4109-B25E-A0A5A78EEE2C}" type="presParOf" srcId="{51EFA681-99F1-46E4-B65B-37BB98B6FFFB}" destId="{9150DDFB-19AE-47A2-90D1-0D6F5C87440F}" srcOrd="0" destOrd="0" presId="urn:microsoft.com/office/officeart/2005/8/layout/lProcess2"/>
    <dgm:cxn modelId="{8A1C8304-A5EB-46E7-AD01-FAADF80B3880}" type="presParOf" srcId="{51EFA681-99F1-46E4-B65B-37BB98B6FFFB}" destId="{F19C01D0-C139-454D-949B-EA1C7E3EDE4A}" srcOrd="1" destOrd="0" presId="urn:microsoft.com/office/officeart/2005/8/layout/lProcess2"/>
    <dgm:cxn modelId="{25D70C7E-34F0-42BC-80D3-615083DF6622}" type="presParOf" srcId="{51EFA681-99F1-46E4-B65B-37BB98B6FFFB}" destId="{733948E0-AFC0-43FF-9CA0-E5E7969A297D}" srcOrd="2" destOrd="0" presId="urn:microsoft.com/office/officeart/2005/8/layout/lProcess2"/>
    <dgm:cxn modelId="{00DA7E0E-2786-4336-B254-DC0BC5017396}" type="presParOf" srcId="{733948E0-AFC0-43FF-9CA0-E5E7969A297D}" destId="{783993E5-93B9-4BED-8B44-D53998F59593}" srcOrd="0" destOrd="0" presId="urn:microsoft.com/office/officeart/2005/8/layout/lProcess2"/>
    <dgm:cxn modelId="{E6D66753-849A-4F4F-B3C6-3C5DA29B5BD8}" type="presParOf" srcId="{783993E5-93B9-4BED-8B44-D53998F59593}" destId="{6C3724B6-178E-4261-A8A0-F1414E7B1E90}" srcOrd="0" destOrd="0" presId="urn:microsoft.com/office/officeart/2005/8/layout/lProcess2"/>
    <dgm:cxn modelId="{F19EED0F-189C-405C-87E7-024291784211}" type="presParOf" srcId="{75D0177F-DD9E-4BDF-9FB3-433CD8AC95BF}" destId="{AE42AABC-CA1D-4B4F-B245-A0089DA76B18}" srcOrd="1" destOrd="0" presId="urn:microsoft.com/office/officeart/2005/8/layout/lProcess2"/>
    <dgm:cxn modelId="{01AC0F77-C09F-4539-84D4-8536350D1133}" type="presParOf" srcId="{75D0177F-DD9E-4BDF-9FB3-433CD8AC95BF}" destId="{49A52AB5-531F-4CED-81A3-81E6108AB9EB}" srcOrd="2" destOrd="0" presId="urn:microsoft.com/office/officeart/2005/8/layout/lProcess2"/>
    <dgm:cxn modelId="{0A8F135E-703B-4DDA-B29D-CC81AAD179D0}" type="presParOf" srcId="{49A52AB5-531F-4CED-81A3-81E6108AB9EB}" destId="{2BE21367-AEFF-423C-886B-919F660EC2AC}" srcOrd="0" destOrd="0" presId="urn:microsoft.com/office/officeart/2005/8/layout/lProcess2"/>
    <dgm:cxn modelId="{7230CB70-6A45-4108-9DEF-839627D4F3A5}" type="presParOf" srcId="{49A52AB5-531F-4CED-81A3-81E6108AB9EB}" destId="{F2DD5ACD-55E1-449A-A6A4-4D12585E6D46}" srcOrd="1" destOrd="0" presId="urn:microsoft.com/office/officeart/2005/8/layout/lProcess2"/>
    <dgm:cxn modelId="{DEB92EAF-9761-4BFE-9924-E5E04510CADF}" type="presParOf" srcId="{49A52AB5-531F-4CED-81A3-81E6108AB9EB}" destId="{D8CF432A-B836-470C-A312-F79BF7979822}" srcOrd="2" destOrd="0" presId="urn:microsoft.com/office/officeart/2005/8/layout/lProcess2"/>
    <dgm:cxn modelId="{CC2F1FED-4C0B-4736-88E9-BA02C08D271D}" type="presParOf" srcId="{D8CF432A-B836-470C-A312-F79BF7979822}" destId="{CFCC2404-B61D-4706-9CAC-B0234DE4A868}" srcOrd="0" destOrd="0" presId="urn:microsoft.com/office/officeart/2005/8/layout/lProcess2"/>
    <dgm:cxn modelId="{47F92A84-AA5E-4245-B9B5-0026198C8F19}" type="presParOf" srcId="{CFCC2404-B61D-4706-9CAC-B0234DE4A868}" destId="{C5FD8E0F-BA72-43F8-B9A4-AF1BF78C95E6}" srcOrd="0" destOrd="0" presId="urn:microsoft.com/office/officeart/2005/8/layout/lProcess2"/>
    <dgm:cxn modelId="{271DB2E6-C500-4606-AF48-AADA5F649DDE}" type="presParOf" srcId="{75D0177F-DD9E-4BDF-9FB3-433CD8AC95BF}" destId="{592F4326-9E7A-40E5-B599-69B297DC1845}" srcOrd="3" destOrd="0" presId="urn:microsoft.com/office/officeart/2005/8/layout/lProcess2"/>
    <dgm:cxn modelId="{AA67FAFF-1E45-4719-95F8-190F769431AD}" type="presParOf" srcId="{75D0177F-DD9E-4BDF-9FB3-433CD8AC95BF}" destId="{FAA23DF9-F30A-40BD-A04A-52E990DA9DEA}" srcOrd="4" destOrd="0" presId="urn:microsoft.com/office/officeart/2005/8/layout/lProcess2"/>
    <dgm:cxn modelId="{62475C18-63CB-40A7-9684-8A1D45D01C37}" type="presParOf" srcId="{FAA23DF9-F30A-40BD-A04A-52E990DA9DEA}" destId="{5846E77C-D96D-4711-8FFC-F93846A9DD46}" srcOrd="0" destOrd="0" presId="urn:microsoft.com/office/officeart/2005/8/layout/lProcess2"/>
    <dgm:cxn modelId="{BCCD5EBD-321B-4D1E-AAD2-FF1D63B7FFEB}" type="presParOf" srcId="{FAA23DF9-F30A-40BD-A04A-52E990DA9DEA}" destId="{709506AF-729D-4395-9212-52B0444D7966}" srcOrd="1" destOrd="0" presId="urn:microsoft.com/office/officeart/2005/8/layout/lProcess2"/>
    <dgm:cxn modelId="{4D5C290F-0FD3-4A52-B2DB-CEE1727745A3}" type="presParOf" srcId="{FAA23DF9-F30A-40BD-A04A-52E990DA9DEA}" destId="{5A2C0C9C-C3C7-467B-AD5B-ECE703CD06BB}" srcOrd="2" destOrd="0" presId="urn:microsoft.com/office/officeart/2005/8/layout/lProcess2"/>
    <dgm:cxn modelId="{C356C947-CED4-4363-87C7-50C478C495EC}" type="presParOf" srcId="{5A2C0C9C-C3C7-467B-AD5B-ECE703CD06BB}" destId="{58A05540-72DF-4B4A-8A20-3A6B07DA9FCE}" srcOrd="0" destOrd="0" presId="urn:microsoft.com/office/officeart/2005/8/layout/lProcess2"/>
    <dgm:cxn modelId="{59BBD393-3BE5-49B1-80D4-C5B2074A58B8}" type="presParOf" srcId="{58A05540-72DF-4B4A-8A20-3A6B07DA9FCE}" destId="{3E4D8702-5625-4CBF-8539-D3FBB7C20493}" srcOrd="0" destOrd="0" presId="urn:microsoft.com/office/officeart/2005/8/layout/lProcess2"/>
    <dgm:cxn modelId="{78E1A313-CE77-49E5-82B5-E2458DA7744C}" type="presParOf" srcId="{75D0177F-DD9E-4BDF-9FB3-433CD8AC95BF}" destId="{390E3DCD-1714-4891-847A-4D82834D341F}" srcOrd="5" destOrd="0" presId="urn:microsoft.com/office/officeart/2005/8/layout/lProcess2"/>
    <dgm:cxn modelId="{5006F15D-44D8-460D-BA27-0CF3D99F8CC1}" type="presParOf" srcId="{75D0177F-DD9E-4BDF-9FB3-433CD8AC95BF}" destId="{D54E5646-6D53-4117-9A65-3AE350AA5A68}" srcOrd="6" destOrd="0" presId="urn:microsoft.com/office/officeart/2005/8/layout/lProcess2"/>
    <dgm:cxn modelId="{0DEF929F-0A1F-4B46-A0C6-9FB208DE0B95}" type="presParOf" srcId="{D54E5646-6D53-4117-9A65-3AE350AA5A68}" destId="{D30238F8-AFAB-4559-906A-755C69BB69E2}" srcOrd="0" destOrd="0" presId="urn:microsoft.com/office/officeart/2005/8/layout/lProcess2"/>
    <dgm:cxn modelId="{E9363763-C9F7-4C2F-BBB0-09925B0F4395}" type="presParOf" srcId="{D54E5646-6D53-4117-9A65-3AE350AA5A68}" destId="{B2956D85-66D9-46B8-B256-D904E3559981}" srcOrd="1" destOrd="0" presId="urn:microsoft.com/office/officeart/2005/8/layout/lProcess2"/>
    <dgm:cxn modelId="{ED1A0A54-E04F-477B-ADE2-8CE06A1C35C8}" type="presParOf" srcId="{D54E5646-6D53-4117-9A65-3AE350AA5A68}" destId="{EA6EA211-B903-48D3-BCDB-7C03BD6228B8}" srcOrd="2" destOrd="0" presId="urn:microsoft.com/office/officeart/2005/8/layout/lProcess2"/>
    <dgm:cxn modelId="{CCC029E0-BAA1-43C0-A88E-71114A721B92}" type="presParOf" srcId="{EA6EA211-B903-48D3-BCDB-7C03BD6228B8}" destId="{D4B938D5-AD32-4D27-9C2D-D46E2791855E}" srcOrd="0" destOrd="0" presId="urn:microsoft.com/office/officeart/2005/8/layout/lProcess2"/>
    <dgm:cxn modelId="{34A007C5-35E2-44F1-829A-F316D7C668F8}" type="presParOf" srcId="{D4B938D5-AD32-4D27-9C2D-D46E2791855E}" destId="{BF0C00CC-EEDD-4642-9569-43F269C42EB0}" srcOrd="0" destOrd="0" presId="urn:microsoft.com/office/officeart/2005/8/layout/lProcess2"/>
  </dgm:cxnLst>
  <dgm:bg>
    <a:solidFill>
      <a:srgbClr val="F9C55A"/>
    </a:solidFill>
  </dgm:bg>
  <dgm:whole>
    <a:ln>
      <a:solidFill>
        <a:srgbClr val="C00000"/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1FF1CE-349B-4642-B988-1907C44C18FA}" type="doc">
      <dgm:prSet loTypeId="urn:microsoft.com/office/officeart/2005/8/layout/lProcess2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pPr latinLnBrk="1"/>
          <a:endParaRPr lang="ko-KR" altLang="en-US"/>
        </a:p>
      </dgm:t>
    </dgm:pt>
    <dgm:pt modelId="{826DDCE6-B9B0-45D0-9457-ECF57A74BE43}">
      <dgm:prSet phldrT="[텍스트]"/>
      <dgm:spPr/>
      <dgm:t>
        <a:bodyPr/>
        <a:lstStyle/>
        <a:p>
          <a:pPr latinLnBrk="1"/>
          <a:r>
            <a:rPr lang="en-US" altLang="ko-KR" dirty="0"/>
            <a:t>Page 1</a:t>
          </a:r>
          <a:endParaRPr lang="ko-KR" altLang="en-US" dirty="0"/>
        </a:p>
      </dgm:t>
    </dgm:pt>
    <dgm:pt modelId="{2EEA0E54-B616-4248-8E41-0CEA868C496D}" type="parTrans" cxnId="{159F2682-C0EA-43B4-A034-56B6E7CF93F5}">
      <dgm:prSet/>
      <dgm:spPr/>
      <dgm:t>
        <a:bodyPr/>
        <a:lstStyle/>
        <a:p>
          <a:pPr latinLnBrk="1"/>
          <a:endParaRPr lang="ko-KR" altLang="en-US"/>
        </a:p>
      </dgm:t>
    </dgm:pt>
    <dgm:pt modelId="{9836B15E-AEB9-4522-AE9E-FBD7F05FFE50}" type="sibTrans" cxnId="{159F2682-C0EA-43B4-A034-56B6E7CF93F5}">
      <dgm:prSet/>
      <dgm:spPr/>
      <dgm:t>
        <a:bodyPr/>
        <a:lstStyle/>
        <a:p>
          <a:pPr latinLnBrk="1"/>
          <a:endParaRPr lang="ko-KR" altLang="en-US"/>
        </a:p>
      </dgm:t>
    </dgm:pt>
    <dgm:pt modelId="{D2F323BE-2F82-4C28-817D-977D4DDAA60F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Obj2</a:t>
          </a:r>
          <a:endParaRPr lang="ko-KR" altLang="en-US" dirty="0"/>
        </a:p>
      </dgm:t>
    </dgm:pt>
    <dgm:pt modelId="{23E4A87D-017B-4032-83BB-1E50D4F072CA}" type="parTrans" cxnId="{87ABA6E6-986A-4463-ABC0-2452FD946C99}">
      <dgm:prSet/>
      <dgm:spPr/>
      <dgm:t>
        <a:bodyPr/>
        <a:lstStyle/>
        <a:p>
          <a:pPr latinLnBrk="1"/>
          <a:endParaRPr lang="ko-KR" altLang="en-US"/>
        </a:p>
      </dgm:t>
    </dgm:pt>
    <dgm:pt modelId="{BB1D8978-9BEE-4BCA-95EC-3D22536AF2C0}" type="sibTrans" cxnId="{87ABA6E6-986A-4463-ABC0-2452FD946C99}">
      <dgm:prSet/>
      <dgm:spPr/>
      <dgm:t>
        <a:bodyPr/>
        <a:lstStyle/>
        <a:p>
          <a:pPr latinLnBrk="1"/>
          <a:endParaRPr lang="ko-KR" altLang="en-US"/>
        </a:p>
      </dgm:t>
    </dgm:pt>
    <dgm:pt modelId="{526E63E0-4405-4ADD-A788-67F2AC4CECD6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obj1</a:t>
          </a:r>
          <a:endParaRPr lang="ko-KR" altLang="en-US" dirty="0"/>
        </a:p>
      </dgm:t>
    </dgm:pt>
    <dgm:pt modelId="{2D374BAC-53A2-44A5-8391-16C27EA9C14D}" type="parTrans" cxnId="{001ED0DC-0748-4948-AB00-9919A474A5ED}">
      <dgm:prSet/>
      <dgm:spPr/>
      <dgm:t>
        <a:bodyPr/>
        <a:lstStyle/>
        <a:p>
          <a:pPr latinLnBrk="1"/>
          <a:endParaRPr lang="ko-KR" altLang="en-US"/>
        </a:p>
      </dgm:t>
    </dgm:pt>
    <dgm:pt modelId="{6ECA6E2D-5EBD-4395-A24C-C0FE31C63F59}" type="sibTrans" cxnId="{001ED0DC-0748-4948-AB00-9919A474A5ED}">
      <dgm:prSet/>
      <dgm:spPr/>
      <dgm:t>
        <a:bodyPr/>
        <a:lstStyle/>
        <a:p>
          <a:pPr latinLnBrk="1"/>
          <a:endParaRPr lang="ko-KR" altLang="en-US"/>
        </a:p>
      </dgm:t>
    </dgm:pt>
    <dgm:pt modelId="{376E3DA9-C812-45DD-A804-32AE5886426B}">
      <dgm:prSet phldrT="[텍스트]"/>
      <dgm:spPr/>
      <dgm:t>
        <a:bodyPr/>
        <a:lstStyle/>
        <a:p>
          <a:pPr latinLnBrk="1"/>
          <a:r>
            <a:rPr lang="en-US" altLang="ko-KR" dirty="0"/>
            <a:t>Page 2</a:t>
          </a:r>
          <a:endParaRPr lang="ko-KR" altLang="en-US" dirty="0"/>
        </a:p>
      </dgm:t>
    </dgm:pt>
    <dgm:pt modelId="{295E0AC8-1287-45DF-9A62-2DFCD98AA1DC}" type="parTrans" cxnId="{62781A9A-1510-4DB9-AC0C-F2EBC048CEA7}">
      <dgm:prSet/>
      <dgm:spPr/>
      <dgm:t>
        <a:bodyPr/>
        <a:lstStyle/>
        <a:p>
          <a:pPr latinLnBrk="1"/>
          <a:endParaRPr lang="ko-KR" altLang="en-US"/>
        </a:p>
      </dgm:t>
    </dgm:pt>
    <dgm:pt modelId="{A488C41E-4556-4E62-AE66-D819EB7387B6}" type="sibTrans" cxnId="{62781A9A-1510-4DB9-AC0C-F2EBC048CEA7}">
      <dgm:prSet/>
      <dgm:spPr/>
      <dgm:t>
        <a:bodyPr/>
        <a:lstStyle/>
        <a:p>
          <a:pPr latinLnBrk="1"/>
          <a:endParaRPr lang="ko-KR" altLang="en-US"/>
        </a:p>
      </dgm:t>
    </dgm:pt>
    <dgm:pt modelId="{04DFFFBE-F697-46AC-BBE4-4CBA3236520E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obj3</a:t>
          </a:r>
          <a:endParaRPr lang="ko-KR" altLang="en-US" dirty="0"/>
        </a:p>
      </dgm:t>
    </dgm:pt>
    <dgm:pt modelId="{E589FD90-719D-492C-BB04-C7301E09175F}" type="parTrans" cxnId="{5EA675F7-03E2-40EA-BF65-5B7F5063D423}">
      <dgm:prSet/>
      <dgm:spPr/>
      <dgm:t>
        <a:bodyPr/>
        <a:lstStyle/>
        <a:p>
          <a:pPr latinLnBrk="1"/>
          <a:endParaRPr lang="ko-KR" altLang="en-US"/>
        </a:p>
      </dgm:t>
    </dgm:pt>
    <dgm:pt modelId="{44AF3609-45CD-48E0-8FEC-D47EBC1857D0}" type="sibTrans" cxnId="{5EA675F7-03E2-40EA-BF65-5B7F5063D423}">
      <dgm:prSet/>
      <dgm:spPr/>
      <dgm:t>
        <a:bodyPr/>
        <a:lstStyle/>
        <a:p>
          <a:pPr latinLnBrk="1"/>
          <a:endParaRPr lang="ko-KR" altLang="en-US"/>
        </a:p>
      </dgm:t>
    </dgm:pt>
    <dgm:pt modelId="{88B2762B-F741-4E3A-81DD-9085FAE2C6A0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obj4</a:t>
          </a:r>
          <a:endParaRPr lang="ko-KR" altLang="en-US" dirty="0"/>
        </a:p>
      </dgm:t>
    </dgm:pt>
    <dgm:pt modelId="{E25C3406-5458-4A0A-81D5-EF1922046E27}" type="parTrans" cxnId="{A9C91232-0F8C-499B-8463-6BD6F0C2DA85}">
      <dgm:prSet/>
      <dgm:spPr/>
      <dgm:t>
        <a:bodyPr/>
        <a:lstStyle/>
        <a:p>
          <a:pPr latinLnBrk="1"/>
          <a:endParaRPr lang="ko-KR" altLang="en-US"/>
        </a:p>
      </dgm:t>
    </dgm:pt>
    <dgm:pt modelId="{9A7D32ED-0C68-43D5-9C9C-0C79CB1FF90A}" type="sibTrans" cxnId="{A9C91232-0F8C-499B-8463-6BD6F0C2DA85}">
      <dgm:prSet/>
      <dgm:spPr/>
      <dgm:t>
        <a:bodyPr/>
        <a:lstStyle/>
        <a:p>
          <a:pPr latinLnBrk="1"/>
          <a:endParaRPr lang="ko-KR" altLang="en-US"/>
        </a:p>
      </dgm:t>
    </dgm:pt>
    <dgm:pt modelId="{75D0177F-DD9E-4BDF-9FB3-433CD8AC95BF}" type="pres">
      <dgm:prSet presAssocID="{7B1FF1CE-349B-4642-B988-1907C44C18FA}" presName="theList" presStyleCnt="0">
        <dgm:presLayoutVars>
          <dgm:dir/>
          <dgm:animLvl val="lvl"/>
          <dgm:resizeHandles val="exact"/>
        </dgm:presLayoutVars>
      </dgm:prSet>
      <dgm:spPr/>
    </dgm:pt>
    <dgm:pt modelId="{49A52AB5-531F-4CED-81A3-81E6108AB9EB}" type="pres">
      <dgm:prSet presAssocID="{826DDCE6-B9B0-45D0-9457-ECF57A74BE43}" presName="compNode" presStyleCnt="0"/>
      <dgm:spPr/>
    </dgm:pt>
    <dgm:pt modelId="{2BE21367-AEFF-423C-886B-919F660EC2AC}" type="pres">
      <dgm:prSet presAssocID="{826DDCE6-B9B0-45D0-9457-ECF57A74BE43}" presName="aNode" presStyleLbl="bgShp" presStyleIdx="0" presStyleCnt="2" custScaleX="27069" custScaleY="92853"/>
      <dgm:spPr/>
    </dgm:pt>
    <dgm:pt modelId="{F2DD5ACD-55E1-449A-A6A4-4D12585E6D46}" type="pres">
      <dgm:prSet presAssocID="{826DDCE6-B9B0-45D0-9457-ECF57A74BE43}" presName="textNode" presStyleLbl="bgShp" presStyleIdx="0" presStyleCnt="2"/>
      <dgm:spPr/>
    </dgm:pt>
    <dgm:pt modelId="{D8CF432A-B836-470C-A312-F79BF7979822}" type="pres">
      <dgm:prSet presAssocID="{826DDCE6-B9B0-45D0-9457-ECF57A74BE43}" presName="compChildNode" presStyleCnt="0"/>
      <dgm:spPr/>
    </dgm:pt>
    <dgm:pt modelId="{CFCC2404-B61D-4706-9CAC-B0234DE4A868}" type="pres">
      <dgm:prSet presAssocID="{826DDCE6-B9B0-45D0-9457-ECF57A74BE43}" presName="theInnerList" presStyleCnt="0"/>
      <dgm:spPr/>
    </dgm:pt>
    <dgm:pt modelId="{4D864648-6501-4FFF-B709-66527F27AF87}" type="pres">
      <dgm:prSet presAssocID="{526E63E0-4405-4ADD-A788-67F2AC4CECD6}" presName="childNode" presStyleLbl="node1" presStyleIdx="0" presStyleCnt="4" custScaleX="27069" custScaleY="47837">
        <dgm:presLayoutVars>
          <dgm:bulletEnabled val="1"/>
        </dgm:presLayoutVars>
      </dgm:prSet>
      <dgm:spPr/>
    </dgm:pt>
    <dgm:pt modelId="{9D48D190-A0E4-4588-87ED-3F80EFA10B60}" type="pres">
      <dgm:prSet presAssocID="{526E63E0-4405-4ADD-A788-67F2AC4CECD6}" presName="aSpace2" presStyleCnt="0"/>
      <dgm:spPr/>
    </dgm:pt>
    <dgm:pt modelId="{002849C6-60EA-40E9-B1E5-BB35156FEB69}" type="pres">
      <dgm:prSet presAssocID="{D2F323BE-2F82-4C28-817D-977D4DDAA60F}" presName="childNode" presStyleLbl="node1" presStyleIdx="1" presStyleCnt="4" custScaleX="27069" custScaleY="47837">
        <dgm:presLayoutVars>
          <dgm:bulletEnabled val="1"/>
        </dgm:presLayoutVars>
      </dgm:prSet>
      <dgm:spPr/>
    </dgm:pt>
    <dgm:pt modelId="{C3C548D5-42C6-462A-9287-5B629B78B0F1}" type="pres">
      <dgm:prSet presAssocID="{826DDCE6-B9B0-45D0-9457-ECF57A74BE43}" presName="aSpace" presStyleCnt="0"/>
      <dgm:spPr/>
    </dgm:pt>
    <dgm:pt modelId="{B7E07CE7-CA84-4865-A7EC-9132BE8DA48E}" type="pres">
      <dgm:prSet presAssocID="{376E3DA9-C812-45DD-A804-32AE5886426B}" presName="compNode" presStyleCnt="0"/>
      <dgm:spPr/>
    </dgm:pt>
    <dgm:pt modelId="{9A899E02-C575-4782-B66B-C93AAC1E34C4}" type="pres">
      <dgm:prSet presAssocID="{376E3DA9-C812-45DD-A804-32AE5886426B}" presName="aNode" presStyleLbl="bgShp" presStyleIdx="1" presStyleCnt="2" custScaleX="27069" custScaleY="92853"/>
      <dgm:spPr/>
    </dgm:pt>
    <dgm:pt modelId="{536201C7-CBBA-443C-847B-9255EBA19F9A}" type="pres">
      <dgm:prSet presAssocID="{376E3DA9-C812-45DD-A804-32AE5886426B}" presName="textNode" presStyleLbl="bgShp" presStyleIdx="1" presStyleCnt="2"/>
      <dgm:spPr/>
    </dgm:pt>
    <dgm:pt modelId="{A74DA4C7-29EF-4604-BC86-A6E433E50405}" type="pres">
      <dgm:prSet presAssocID="{376E3DA9-C812-45DD-A804-32AE5886426B}" presName="compChildNode" presStyleCnt="0"/>
      <dgm:spPr/>
    </dgm:pt>
    <dgm:pt modelId="{31F651D7-86F1-4105-B112-B325FF43C665}" type="pres">
      <dgm:prSet presAssocID="{376E3DA9-C812-45DD-A804-32AE5886426B}" presName="theInnerList" presStyleCnt="0"/>
      <dgm:spPr/>
    </dgm:pt>
    <dgm:pt modelId="{6304CC17-30CF-4BA6-BD38-A36469DCBCAD}" type="pres">
      <dgm:prSet presAssocID="{04DFFFBE-F697-46AC-BBE4-4CBA3236520E}" presName="childNode" presStyleLbl="node1" presStyleIdx="2" presStyleCnt="4" custScaleX="27069" custScaleY="47837">
        <dgm:presLayoutVars>
          <dgm:bulletEnabled val="1"/>
        </dgm:presLayoutVars>
      </dgm:prSet>
      <dgm:spPr/>
    </dgm:pt>
    <dgm:pt modelId="{B5CEB9DF-7626-4313-802F-69FD22D1E357}" type="pres">
      <dgm:prSet presAssocID="{04DFFFBE-F697-46AC-BBE4-4CBA3236520E}" presName="aSpace2" presStyleCnt="0"/>
      <dgm:spPr/>
    </dgm:pt>
    <dgm:pt modelId="{DFFDB7ED-0050-42ED-B1C8-735000D22487}" type="pres">
      <dgm:prSet presAssocID="{88B2762B-F741-4E3A-81DD-9085FAE2C6A0}" presName="childNode" presStyleLbl="node1" presStyleIdx="3" presStyleCnt="4" custScaleX="27069" custScaleY="47837">
        <dgm:presLayoutVars>
          <dgm:bulletEnabled val="1"/>
        </dgm:presLayoutVars>
      </dgm:prSet>
      <dgm:spPr/>
    </dgm:pt>
  </dgm:ptLst>
  <dgm:cxnLst>
    <dgm:cxn modelId="{F2065006-E862-43AD-83F0-DBBA46A04F54}" type="presOf" srcId="{88B2762B-F741-4E3A-81DD-9085FAE2C6A0}" destId="{DFFDB7ED-0050-42ED-B1C8-735000D22487}" srcOrd="0" destOrd="0" presId="urn:microsoft.com/office/officeart/2005/8/layout/lProcess2"/>
    <dgm:cxn modelId="{7CE2C018-EC4C-4FF6-AC99-642FDB382B9F}" type="presOf" srcId="{D2F323BE-2F82-4C28-817D-977D4DDAA60F}" destId="{002849C6-60EA-40E9-B1E5-BB35156FEB69}" srcOrd="0" destOrd="0" presId="urn:microsoft.com/office/officeart/2005/8/layout/lProcess2"/>
    <dgm:cxn modelId="{B136261D-28C4-4B77-ABD2-15CD66C99E74}" type="presOf" srcId="{526E63E0-4405-4ADD-A788-67F2AC4CECD6}" destId="{4D864648-6501-4FFF-B709-66527F27AF87}" srcOrd="0" destOrd="0" presId="urn:microsoft.com/office/officeart/2005/8/layout/lProcess2"/>
    <dgm:cxn modelId="{CB97A225-2CF6-4FE7-820C-A55BD1B9945C}" type="presOf" srcId="{826DDCE6-B9B0-45D0-9457-ECF57A74BE43}" destId="{2BE21367-AEFF-423C-886B-919F660EC2AC}" srcOrd="0" destOrd="0" presId="urn:microsoft.com/office/officeart/2005/8/layout/lProcess2"/>
    <dgm:cxn modelId="{A9C91232-0F8C-499B-8463-6BD6F0C2DA85}" srcId="{376E3DA9-C812-45DD-A804-32AE5886426B}" destId="{88B2762B-F741-4E3A-81DD-9085FAE2C6A0}" srcOrd="1" destOrd="0" parTransId="{E25C3406-5458-4A0A-81D5-EF1922046E27}" sibTransId="{9A7D32ED-0C68-43D5-9C9C-0C79CB1FF90A}"/>
    <dgm:cxn modelId="{3A9D1E67-FD42-49BC-8B90-E4A5890E60C9}" type="presOf" srcId="{376E3DA9-C812-45DD-A804-32AE5886426B}" destId="{536201C7-CBBA-443C-847B-9255EBA19F9A}" srcOrd="1" destOrd="0" presId="urn:microsoft.com/office/officeart/2005/8/layout/lProcess2"/>
    <dgm:cxn modelId="{159F2682-C0EA-43B4-A034-56B6E7CF93F5}" srcId="{7B1FF1CE-349B-4642-B988-1907C44C18FA}" destId="{826DDCE6-B9B0-45D0-9457-ECF57A74BE43}" srcOrd="0" destOrd="0" parTransId="{2EEA0E54-B616-4248-8E41-0CEA868C496D}" sibTransId="{9836B15E-AEB9-4522-AE9E-FBD7F05FFE50}"/>
    <dgm:cxn modelId="{7EF87399-D7CA-4B23-8A78-D02223217F5A}" type="presOf" srcId="{376E3DA9-C812-45DD-A804-32AE5886426B}" destId="{9A899E02-C575-4782-B66B-C93AAC1E34C4}" srcOrd="0" destOrd="0" presId="urn:microsoft.com/office/officeart/2005/8/layout/lProcess2"/>
    <dgm:cxn modelId="{62781A9A-1510-4DB9-AC0C-F2EBC048CEA7}" srcId="{7B1FF1CE-349B-4642-B988-1907C44C18FA}" destId="{376E3DA9-C812-45DD-A804-32AE5886426B}" srcOrd="1" destOrd="0" parTransId="{295E0AC8-1287-45DF-9A62-2DFCD98AA1DC}" sibTransId="{A488C41E-4556-4E62-AE66-D819EB7387B6}"/>
    <dgm:cxn modelId="{A48180CE-E84A-409E-B985-6DEDEE7991B0}" type="presOf" srcId="{04DFFFBE-F697-46AC-BBE4-4CBA3236520E}" destId="{6304CC17-30CF-4BA6-BD38-A36469DCBCAD}" srcOrd="0" destOrd="0" presId="urn:microsoft.com/office/officeart/2005/8/layout/lProcess2"/>
    <dgm:cxn modelId="{001ED0DC-0748-4948-AB00-9919A474A5ED}" srcId="{826DDCE6-B9B0-45D0-9457-ECF57A74BE43}" destId="{526E63E0-4405-4ADD-A788-67F2AC4CECD6}" srcOrd="0" destOrd="0" parTransId="{2D374BAC-53A2-44A5-8391-16C27EA9C14D}" sibTransId="{6ECA6E2D-5EBD-4395-A24C-C0FE31C63F59}"/>
    <dgm:cxn modelId="{211370E0-A0B8-48CD-90BB-83DA0DBEE83B}" type="presOf" srcId="{7B1FF1CE-349B-4642-B988-1907C44C18FA}" destId="{75D0177F-DD9E-4BDF-9FB3-433CD8AC95BF}" srcOrd="0" destOrd="0" presId="urn:microsoft.com/office/officeart/2005/8/layout/lProcess2"/>
    <dgm:cxn modelId="{87ABA6E6-986A-4463-ABC0-2452FD946C99}" srcId="{826DDCE6-B9B0-45D0-9457-ECF57A74BE43}" destId="{D2F323BE-2F82-4C28-817D-977D4DDAA60F}" srcOrd="1" destOrd="0" parTransId="{23E4A87D-017B-4032-83BB-1E50D4F072CA}" sibTransId="{BB1D8978-9BEE-4BCA-95EC-3D22536AF2C0}"/>
    <dgm:cxn modelId="{652810EC-8E08-48CF-80EF-84661634B6D2}" type="presOf" srcId="{826DDCE6-B9B0-45D0-9457-ECF57A74BE43}" destId="{F2DD5ACD-55E1-449A-A6A4-4D12585E6D46}" srcOrd="1" destOrd="0" presId="urn:microsoft.com/office/officeart/2005/8/layout/lProcess2"/>
    <dgm:cxn modelId="{5EA675F7-03E2-40EA-BF65-5B7F5063D423}" srcId="{376E3DA9-C812-45DD-A804-32AE5886426B}" destId="{04DFFFBE-F697-46AC-BBE4-4CBA3236520E}" srcOrd="0" destOrd="0" parTransId="{E589FD90-719D-492C-BB04-C7301E09175F}" sibTransId="{44AF3609-45CD-48E0-8FEC-D47EBC1857D0}"/>
    <dgm:cxn modelId="{01AC0F77-C09F-4539-84D4-8536350D1133}" type="presParOf" srcId="{75D0177F-DD9E-4BDF-9FB3-433CD8AC95BF}" destId="{49A52AB5-531F-4CED-81A3-81E6108AB9EB}" srcOrd="0" destOrd="0" presId="urn:microsoft.com/office/officeart/2005/8/layout/lProcess2"/>
    <dgm:cxn modelId="{0A8F135E-703B-4DDA-B29D-CC81AAD179D0}" type="presParOf" srcId="{49A52AB5-531F-4CED-81A3-81E6108AB9EB}" destId="{2BE21367-AEFF-423C-886B-919F660EC2AC}" srcOrd="0" destOrd="0" presId="urn:microsoft.com/office/officeart/2005/8/layout/lProcess2"/>
    <dgm:cxn modelId="{7230CB70-6A45-4108-9DEF-839627D4F3A5}" type="presParOf" srcId="{49A52AB5-531F-4CED-81A3-81E6108AB9EB}" destId="{F2DD5ACD-55E1-449A-A6A4-4D12585E6D46}" srcOrd="1" destOrd="0" presId="urn:microsoft.com/office/officeart/2005/8/layout/lProcess2"/>
    <dgm:cxn modelId="{DEB92EAF-9761-4BFE-9924-E5E04510CADF}" type="presParOf" srcId="{49A52AB5-531F-4CED-81A3-81E6108AB9EB}" destId="{D8CF432A-B836-470C-A312-F79BF7979822}" srcOrd="2" destOrd="0" presId="urn:microsoft.com/office/officeart/2005/8/layout/lProcess2"/>
    <dgm:cxn modelId="{CC2F1FED-4C0B-4736-88E9-BA02C08D271D}" type="presParOf" srcId="{D8CF432A-B836-470C-A312-F79BF7979822}" destId="{CFCC2404-B61D-4706-9CAC-B0234DE4A868}" srcOrd="0" destOrd="0" presId="urn:microsoft.com/office/officeart/2005/8/layout/lProcess2"/>
    <dgm:cxn modelId="{D4134D65-0B35-4FBD-A964-8AC76368816C}" type="presParOf" srcId="{CFCC2404-B61D-4706-9CAC-B0234DE4A868}" destId="{4D864648-6501-4FFF-B709-66527F27AF87}" srcOrd="0" destOrd="0" presId="urn:microsoft.com/office/officeart/2005/8/layout/lProcess2"/>
    <dgm:cxn modelId="{0DB62974-5347-4440-8B59-7F209979A2DD}" type="presParOf" srcId="{CFCC2404-B61D-4706-9CAC-B0234DE4A868}" destId="{9D48D190-A0E4-4588-87ED-3F80EFA10B60}" srcOrd="1" destOrd="0" presId="urn:microsoft.com/office/officeart/2005/8/layout/lProcess2"/>
    <dgm:cxn modelId="{04D3D545-59DC-4A91-B704-8C323F31A9B9}" type="presParOf" srcId="{CFCC2404-B61D-4706-9CAC-B0234DE4A868}" destId="{002849C6-60EA-40E9-B1E5-BB35156FEB69}" srcOrd="2" destOrd="0" presId="urn:microsoft.com/office/officeart/2005/8/layout/lProcess2"/>
    <dgm:cxn modelId="{06697794-FCA4-4852-AEFB-7A2DC4134AD9}" type="presParOf" srcId="{75D0177F-DD9E-4BDF-9FB3-433CD8AC95BF}" destId="{C3C548D5-42C6-462A-9287-5B629B78B0F1}" srcOrd="1" destOrd="0" presId="urn:microsoft.com/office/officeart/2005/8/layout/lProcess2"/>
    <dgm:cxn modelId="{76607320-7C65-47EB-B8CB-C039740E330F}" type="presParOf" srcId="{75D0177F-DD9E-4BDF-9FB3-433CD8AC95BF}" destId="{B7E07CE7-CA84-4865-A7EC-9132BE8DA48E}" srcOrd="2" destOrd="0" presId="urn:microsoft.com/office/officeart/2005/8/layout/lProcess2"/>
    <dgm:cxn modelId="{BEE86DFB-63DD-449C-8844-2F041BABE602}" type="presParOf" srcId="{B7E07CE7-CA84-4865-A7EC-9132BE8DA48E}" destId="{9A899E02-C575-4782-B66B-C93AAC1E34C4}" srcOrd="0" destOrd="0" presId="urn:microsoft.com/office/officeart/2005/8/layout/lProcess2"/>
    <dgm:cxn modelId="{99E2073E-B5DF-4456-88FF-95DAF9BB0069}" type="presParOf" srcId="{B7E07CE7-CA84-4865-A7EC-9132BE8DA48E}" destId="{536201C7-CBBA-443C-847B-9255EBA19F9A}" srcOrd="1" destOrd="0" presId="urn:microsoft.com/office/officeart/2005/8/layout/lProcess2"/>
    <dgm:cxn modelId="{DE1DF696-9F08-4AFB-B092-C54F18AAB240}" type="presParOf" srcId="{B7E07CE7-CA84-4865-A7EC-9132BE8DA48E}" destId="{A74DA4C7-29EF-4604-BC86-A6E433E50405}" srcOrd="2" destOrd="0" presId="urn:microsoft.com/office/officeart/2005/8/layout/lProcess2"/>
    <dgm:cxn modelId="{02F2BD22-C9E1-4607-893D-42DD2C2829C8}" type="presParOf" srcId="{A74DA4C7-29EF-4604-BC86-A6E433E50405}" destId="{31F651D7-86F1-4105-B112-B325FF43C665}" srcOrd="0" destOrd="0" presId="urn:microsoft.com/office/officeart/2005/8/layout/lProcess2"/>
    <dgm:cxn modelId="{65D1E6CE-D67F-4F42-9233-295406E206A1}" type="presParOf" srcId="{31F651D7-86F1-4105-B112-B325FF43C665}" destId="{6304CC17-30CF-4BA6-BD38-A36469DCBCAD}" srcOrd="0" destOrd="0" presId="urn:microsoft.com/office/officeart/2005/8/layout/lProcess2"/>
    <dgm:cxn modelId="{DC8FBF63-2C51-44B0-A1B6-3715E460516B}" type="presParOf" srcId="{31F651D7-86F1-4105-B112-B325FF43C665}" destId="{B5CEB9DF-7626-4313-802F-69FD22D1E357}" srcOrd="1" destOrd="0" presId="urn:microsoft.com/office/officeart/2005/8/layout/lProcess2"/>
    <dgm:cxn modelId="{466FA6A9-2DC4-4568-B6D7-521427EC5462}" type="presParOf" srcId="{31F651D7-86F1-4105-B112-B325FF43C665}" destId="{DFFDB7ED-0050-42ED-B1C8-735000D22487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1FF1CE-349B-4642-B988-1907C44C18FA}" type="doc">
      <dgm:prSet loTypeId="urn:microsoft.com/office/officeart/2005/8/layout/lProcess2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pPr latinLnBrk="1"/>
          <a:endParaRPr lang="ko-KR" altLang="en-US"/>
        </a:p>
      </dgm:t>
    </dgm:pt>
    <dgm:pt modelId="{93487188-B35C-40D9-BF66-799A0A62D4CB}">
      <dgm:prSet phldrT="[텍스트]" custT="1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sz="1000" dirty="0"/>
            <a:t>Mine : 200</a:t>
          </a:r>
          <a:br>
            <a:rPr lang="en-US" altLang="ko-KR" sz="1000" dirty="0"/>
          </a:br>
          <a:r>
            <a:rPr lang="en-US" altLang="ko-KR" sz="1000" dirty="0"/>
            <a:t>Next : 300</a:t>
          </a:r>
          <a:endParaRPr lang="ko-KR" altLang="en-US" sz="1000" dirty="0"/>
        </a:p>
      </dgm:t>
    </dgm:pt>
    <dgm:pt modelId="{20A2F81B-045D-4D76-8B73-AD94C01B9058}" type="parTrans" cxnId="{1767EFE6-CF56-4022-8F9C-33CDA42AF447}">
      <dgm:prSet/>
      <dgm:spPr/>
      <dgm:t>
        <a:bodyPr/>
        <a:lstStyle/>
        <a:p>
          <a:pPr latinLnBrk="1"/>
          <a:endParaRPr lang="ko-KR" altLang="en-US"/>
        </a:p>
      </dgm:t>
    </dgm:pt>
    <dgm:pt modelId="{BC144ED4-2644-4A1E-A5FD-B54489D3C087}" type="sibTrans" cxnId="{1767EFE6-CF56-4022-8F9C-33CDA42AF447}">
      <dgm:prSet/>
      <dgm:spPr/>
      <dgm:t>
        <a:bodyPr/>
        <a:lstStyle/>
        <a:p>
          <a:pPr latinLnBrk="1"/>
          <a:endParaRPr lang="ko-KR" altLang="en-US"/>
        </a:p>
      </dgm:t>
    </dgm:pt>
    <dgm:pt modelId="{6F74655F-3363-4719-844A-DF1677C637D7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FF102EDB-FB99-4A9A-AE2F-7DF50DA04F03}" type="parTrans" cxnId="{78E37E0B-076D-4BBA-B75B-B6DBD617E260}">
      <dgm:prSet/>
      <dgm:spPr/>
      <dgm:t>
        <a:bodyPr/>
        <a:lstStyle/>
        <a:p>
          <a:pPr latinLnBrk="1"/>
          <a:endParaRPr lang="ko-KR" altLang="en-US"/>
        </a:p>
      </dgm:t>
    </dgm:pt>
    <dgm:pt modelId="{ADA73827-4164-4C6E-937A-5D4FE70C2AEB}" type="sibTrans" cxnId="{78E37E0B-076D-4BBA-B75B-B6DBD617E260}">
      <dgm:prSet/>
      <dgm:spPr/>
      <dgm:t>
        <a:bodyPr/>
        <a:lstStyle/>
        <a:p>
          <a:pPr latinLnBrk="1"/>
          <a:endParaRPr lang="ko-KR" altLang="en-US"/>
        </a:p>
      </dgm:t>
    </dgm:pt>
    <dgm:pt modelId="{DBF90052-15BA-4A0E-A1F5-079966742CC5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397C0EFE-6286-4623-B955-85D542F6AD79}" type="parTrans" cxnId="{B37A11C7-E074-4E9D-B2E0-0C0AF9852973}">
      <dgm:prSet/>
      <dgm:spPr/>
      <dgm:t>
        <a:bodyPr/>
        <a:lstStyle/>
        <a:p>
          <a:pPr latinLnBrk="1"/>
          <a:endParaRPr lang="ko-KR" altLang="en-US"/>
        </a:p>
      </dgm:t>
    </dgm:pt>
    <dgm:pt modelId="{BE53AE7D-0F42-41C7-B677-7CC50E81E791}" type="sibTrans" cxnId="{B37A11C7-E074-4E9D-B2E0-0C0AF9852973}">
      <dgm:prSet/>
      <dgm:spPr/>
      <dgm:t>
        <a:bodyPr/>
        <a:lstStyle/>
        <a:p>
          <a:pPr latinLnBrk="1"/>
          <a:endParaRPr lang="ko-KR" altLang="en-US"/>
        </a:p>
      </dgm:t>
    </dgm:pt>
    <dgm:pt modelId="{3AEF1D4B-E269-419A-89E9-7C6B5710E749}">
      <dgm:prSet phldrT="[텍스트]"/>
      <dgm:spPr/>
      <dgm:t>
        <a:bodyPr/>
        <a:lstStyle/>
        <a:p>
          <a:pPr latinLnBrk="1"/>
          <a:r>
            <a:rPr lang="en-US" altLang="ko-KR" dirty="0"/>
            <a:t>Page 1(2048)</a:t>
          </a:r>
          <a:endParaRPr lang="ko-KR" altLang="en-US" dirty="0"/>
        </a:p>
      </dgm:t>
    </dgm:pt>
    <dgm:pt modelId="{88C7760A-FD6C-4D38-BBC3-29A7142AAAEC}" type="parTrans" cxnId="{BDB16963-48AA-4890-A946-197A8AD4A44E}">
      <dgm:prSet/>
      <dgm:spPr/>
      <dgm:t>
        <a:bodyPr/>
        <a:lstStyle/>
        <a:p>
          <a:pPr latinLnBrk="1"/>
          <a:endParaRPr lang="ko-KR" altLang="en-US"/>
        </a:p>
      </dgm:t>
    </dgm:pt>
    <dgm:pt modelId="{F3903867-2FF7-4411-BD50-34315CB45876}" type="sibTrans" cxnId="{BDB16963-48AA-4890-A946-197A8AD4A44E}">
      <dgm:prSet/>
      <dgm:spPr/>
      <dgm:t>
        <a:bodyPr/>
        <a:lstStyle/>
        <a:p>
          <a:pPr latinLnBrk="1"/>
          <a:endParaRPr lang="ko-KR" altLang="en-US"/>
        </a:p>
      </dgm:t>
    </dgm:pt>
    <dgm:pt modelId="{278E2E44-8F40-46B2-9DA9-451047A3876E}">
      <dgm:prSet phldrT="[텍스트]" custT="1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sz="1000" dirty="0"/>
            <a:t>Mine: 100</a:t>
          </a:r>
          <a:br>
            <a:rPr lang="en-US" altLang="ko-KR" sz="1000" dirty="0"/>
          </a:br>
          <a:r>
            <a:rPr lang="en-US" altLang="ko-KR" sz="1000" dirty="0"/>
            <a:t>Next : 200</a:t>
          </a:r>
          <a:endParaRPr lang="ko-KR" altLang="en-US" sz="1000" dirty="0"/>
        </a:p>
      </dgm:t>
    </dgm:pt>
    <dgm:pt modelId="{3B239A42-F547-40A9-A0A1-A5435765D387}" type="parTrans" cxnId="{2D811C39-55B0-4308-9E7D-8441532A4BB7}">
      <dgm:prSet/>
      <dgm:spPr/>
      <dgm:t>
        <a:bodyPr/>
        <a:lstStyle/>
        <a:p>
          <a:pPr latinLnBrk="1"/>
          <a:endParaRPr lang="ko-KR" altLang="en-US"/>
        </a:p>
      </dgm:t>
    </dgm:pt>
    <dgm:pt modelId="{DF17F381-AD6B-4C02-B834-F53C46D81EB0}" type="sibTrans" cxnId="{2D811C39-55B0-4308-9E7D-8441532A4BB7}">
      <dgm:prSet/>
      <dgm:spPr/>
      <dgm:t>
        <a:bodyPr/>
        <a:lstStyle/>
        <a:p>
          <a:pPr latinLnBrk="1"/>
          <a:endParaRPr lang="ko-KR" altLang="en-US"/>
        </a:p>
      </dgm:t>
    </dgm:pt>
    <dgm:pt modelId="{0A7570C2-1736-466A-B8A0-82622F263821}">
      <dgm:prSet phldrT="[텍스트]"/>
      <dgm:spPr/>
      <dgm:t>
        <a:bodyPr/>
        <a:lstStyle/>
        <a:p>
          <a:pPr latinLnBrk="1"/>
          <a:r>
            <a:rPr lang="en-US" altLang="ko-KR" dirty="0"/>
            <a:t>Page 2(2048)</a:t>
          </a:r>
          <a:endParaRPr lang="ko-KR" altLang="en-US" dirty="0"/>
        </a:p>
      </dgm:t>
    </dgm:pt>
    <dgm:pt modelId="{BC8B5CF0-FDE7-4A45-8415-4342583E5355}" type="parTrans" cxnId="{5EE08D0D-0370-4B9C-A14E-571738E83F56}">
      <dgm:prSet/>
      <dgm:spPr/>
      <dgm:t>
        <a:bodyPr/>
        <a:lstStyle/>
        <a:p>
          <a:pPr latinLnBrk="1"/>
          <a:endParaRPr lang="ko-KR" altLang="en-US"/>
        </a:p>
      </dgm:t>
    </dgm:pt>
    <dgm:pt modelId="{064B4533-3555-40F9-9A2B-CCB2DE96DCEE}" type="sibTrans" cxnId="{5EE08D0D-0370-4B9C-A14E-571738E83F56}">
      <dgm:prSet/>
      <dgm:spPr/>
      <dgm:t>
        <a:bodyPr/>
        <a:lstStyle/>
        <a:p>
          <a:pPr latinLnBrk="1"/>
          <a:endParaRPr lang="ko-KR" altLang="en-US"/>
        </a:p>
      </dgm:t>
    </dgm:pt>
    <dgm:pt modelId="{B1B89810-730F-4340-8215-38740E210671}">
      <dgm:prSet phldrT="[텍스트]" custT="1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sz="1000" dirty="0"/>
            <a:t>Mine : 300</a:t>
          </a:r>
          <a:br>
            <a:rPr lang="en-US" altLang="ko-KR" sz="1000" dirty="0"/>
          </a:br>
          <a:r>
            <a:rPr lang="en-US" altLang="ko-KR" sz="1000" dirty="0"/>
            <a:t>Next : 600</a:t>
          </a:r>
          <a:endParaRPr lang="ko-KR" altLang="en-US" sz="1000" dirty="0"/>
        </a:p>
      </dgm:t>
    </dgm:pt>
    <dgm:pt modelId="{F330CD14-B9F5-4B73-9801-B2FDE5E1CA5A}" type="parTrans" cxnId="{1E1024B9-4F44-4FAC-ADDE-D1476350B221}">
      <dgm:prSet/>
      <dgm:spPr/>
      <dgm:t>
        <a:bodyPr/>
        <a:lstStyle/>
        <a:p>
          <a:pPr latinLnBrk="1"/>
          <a:endParaRPr lang="ko-KR" altLang="en-US"/>
        </a:p>
      </dgm:t>
    </dgm:pt>
    <dgm:pt modelId="{4BF77502-C7C1-426E-BFCA-FDF5CC31836B}" type="sibTrans" cxnId="{1E1024B9-4F44-4FAC-ADDE-D1476350B221}">
      <dgm:prSet/>
      <dgm:spPr/>
      <dgm:t>
        <a:bodyPr/>
        <a:lstStyle/>
        <a:p>
          <a:pPr latinLnBrk="1"/>
          <a:endParaRPr lang="ko-KR" altLang="en-US"/>
        </a:p>
      </dgm:t>
    </dgm:pt>
    <dgm:pt modelId="{43128349-7D80-469E-BE40-62BAA751C393}">
      <dgm:prSet phldrT="[텍스트]"/>
      <dgm:spPr/>
      <dgm:t>
        <a:bodyPr/>
        <a:lstStyle/>
        <a:p>
          <a:pPr latinLnBrk="1"/>
          <a:r>
            <a:rPr lang="en-US" altLang="ko-KR" dirty="0"/>
            <a:t>Page 3 (1024)</a:t>
          </a:r>
          <a:endParaRPr lang="ko-KR" altLang="en-US" dirty="0"/>
        </a:p>
      </dgm:t>
    </dgm:pt>
    <dgm:pt modelId="{533D33EF-919B-4FE2-BEC1-9738B232F098}" type="parTrans" cxnId="{F3693820-2B9F-4AA3-87A1-A565E18FCBF0}">
      <dgm:prSet/>
      <dgm:spPr/>
      <dgm:t>
        <a:bodyPr/>
        <a:lstStyle/>
        <a:p>
          <a:pPr latinLnBrk="1"/>
          <a:endParaRPr lang="ko-KR" altLang="en-US"/>
        </a:p>
      </dgm:t>
    </dgm:pt>
    <dgm:pt modelId="{415D2E01-5E13-499C-A97C-774F4ADCA3B3}" type="sibTrans" cxnId="{F3693820-2B9F-4AA3-87A1-A565E18FCBF0}">
      <dgm:prSet/>
      <dgm:spPr/>
      <dgm:t>
        <a:bodyPr/>
        <a:lstStyle/>
        <a:p>
          <a:pPr latinLnBrk="1"/>
          <a:endParaRPr lang="ko-KR" altLang="en-US"/>
        </a:p>
      </dgm:t>
    </dgm:pt>
    <dgm:pt modelId="{792496F8-22A0-470A-BAFF-9125A0F5F147}">
      <dgm:prSet phldrT="[텍스트]" custT="1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sz="800" dirty="0"/>
            <a:t>Mine : 600</a:t>
          </a:r>
          <a:br>
            <a:rPr lang="en-US" altLang="ko-KR" sz="800" dirty="0"/>
          </a:br>
          <a:r>
            <a:rPr lang="en-US" altLang="ko-KR" sz="800" dirty="0"/>
            <a:t>Next : 1500</a:t>
          </a:r>
          <a:endParaRPr lang="ko-KR" altLang="en-US" sz="800" dirty="0"/>
        </a:p>
      </dgm:t>
    </dgm:pt>
    <dgm:pt modelId="{17920F77-15A3-4CEC-B541-2EC60A458DCA}" type="parTrans" cxnId="{01E0C800-BEDC-4F51-B657-E76358B73985}">
      <dgm:prSet/>
      <dgm:spPr/>
      <dgm:t>
        <a:bodyPr/>
        <a:lstStyle/>
        <a:p>
          <a:pPr latinLnBrk="1"/>
          <a:endParaRPr lang="ko-KR" altLang="en-US"/>
        </a:p>
      </dgm:t>
    </dgm:pt>
    <dgm:pt modelId="{906C2B48-0EB0-46BE-A590-E1CD449697AD}" type="sibTrans" cxnId="{01E0C800-BEDC-4F51-B657-E76358B73985}">
      <dgm:prSet/>
      <dgm:spPr/>
      <dgm:t>
        <a:bodyPr/>
        <a:lstStyle/>
        <a:p>
          <a:pPr latinLnBrk="1"/>
          <a:endParaRPr lang="ko-KR" altLang="en-US"/>
        </a:p>
      </dgm:t>
    </dgm:pt>
    <dgm:pt modelId="{81D601BD-8AFA-47E0-9EEF-A8BB8FF19EF1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A9061B31-F48A-4114-9A6D-2F298782BFD1}" type="parTrans" cxnId="{B986AD0D-E2C0-450D-80C2-68656EB4B68C}">
      <dgm:prSet/>
      <dgm:spPr/>
      <dgm:t>
        <a:bodyPr/>
        <a:lstStyle/>
        <a:p>
          <a:pPr latinLnBrk="1"/>
          <a:endParaRPr lang="ko-KR" altLang="en-US"/>
        </a:p>
      </dgm:t>
    </dgm:pt>
    <dgm:pt modelId="{731E7D15-1928-429F-A188-6CD7E839C91A}" type="sibTrans" cxnId="{B986AD0D-E2C0-450D-80C2-68656EB4B68C}">
      <dgm:prSet/>
      <dgm:spPr/>
      <dgm:t>
        <a:bodyPr/>
        <a:lstStyle/>
        <a:p>
          <a:pPr latinLnBrk="1"/>
          <a:endParaRPr lang="ko-KR" altLang="en-US"/>
        </a:p>
      </dgm:t>
    </dgm:pt>
    <dgm:pt modelId="{8A2EDF38-7417-4C06-940D-0990592EE52E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7AE05EC3-D7E2-4D01-848B-5683809BDE09}" type="parTrans" cxnId="{DBEDA20B-96A6-4648-BBB3-EE35536B0C85}">
      <dgm:prSet/>
      <dgm:spPr/>
      <dgm:t>
        <a:bodyPr/>
        <a:lstStyle/>
        <a:p>
          <a:pPr latinLnBrk="1"/>
          <a:endParaRPr lang="ko-KR" altLang="en-US"/>
        </a:p>
      </dgm:t>
    </dgm:pt>
    <dgm:pt modelId="{878D2284-73EE-4D16-BED1-9B6C20091093}" type="sibTrans" cxnId="{DBEDA20B-96A6-4648-BBB3-EE35536B0C85}">
      <dgm:prSet/>
      <dgm:spPr/>
      <dgm:t>
        <a:bodyPr/>
        <a:lstStyle/>
        <a:p>
          <a:pPr latinLnBrk="1"/>
          <a:endParaRPr lang="ko-KR" altLang="en-US"/>
        </a:p>
      </dgm:t>
    </dgm:pt>
    <dgm:pt modelId="{3B54D843-9AE4-4407-B0EA-1A0A4D2C7FB9}">
      <dgm:prSet phldrT="[텍스트]"/>
      <dgm:spPr/>
      <dgm:t>
        <a:bodyPr/>
        <a:lstStyle/>
        <a:p>
          <a:pPr latinLnBrk="1"/>
          <a:r>
            <a:rPr lang="en-US" altLang="ko-KR" dirty="0"/>
            <a:t> page 4 (256)</a:t>
          </a:r>
          <a:endParaRPr lang="ko-KR" altLang="en-US" dirty="0"/>
        </a:p>
      </dgm:t>
    </dgm:pt>
    <dgm:pt modelId="{83985E31-7202-4F30-9AEE-46BDED113C06}" type="parTrans" cxnId="{019574D4-7F23-4061-9693-3DCE0C7B7285}">
      <dgm:prSet/>
      <dgm:spPr/>
      <dgm:t>
        <a:bodyPr/>
        <a:lstStyle/>
        <a:p>
          <a:pPr latinLnBrk="1"/>
          <a:endParaRPr lang="ko-KR" altLang="en-US"/>
        </a:p>
      </dgm:t>
    </dgm:pt>
    <dgm:pt modelId="{1C69C684-C12E-4330-8AD1-5561F6C97767}" type="sibTrans" cxnId="{019574D4-7F23-4061-9693-3DCE0C7B7285}">
      <dgm:prSet/>
      <dgm:spPr/>
      <dgm:t>
        <a:bodyPr/>
        <a:lstStyle/>
        <a:p>
          <a:pPr latinLnBrk="1"/>
          <a:endParaRPr lang="ko-KR" altLang="en-US"/>
        </a:p>
      </dgm:t>
    </dgm:pt>
    <dgm:pt modelId="{15433FE5-B2C9-4B23-BDD8-FACA0F056FB4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r>
            <a:rPr lang="en-US" altLang="ko-KR" dirty="0"/>
            <a:t>Mine : 1500</a:t>
          </a:r>
          <a:endParaRPr lang="ko-KR" altLang="en-US" dirty="0"/>
        </a:p>
      </dgm:t>
    </dgm:pt>
    <dgm:pt modelId="{5F89621C-9856-494D-8F68-66313A3F9AD8}" type="parTrans" cxnId="{06DD3D8D-CBED-4B1A-845D-C44EA232010E}">
      <dgm:prSet/>
      <dgm:spPr/>
      <dgm:t>
        <a:bodyPr/>
        <a:lstStyle/>
        <a:p>
          <a:pPr latinLnBrk="1"/>
          <a:endParaRPr lang="ko-KR" altLang="en-US"/>
        </a:p>
      </dgm:t>
    </dgm:pt>
    <dgm:pt modelId="{4320D3D8-704E-4E32-AC51-BC7AD2FA9408}" type="sibTrans" cxnId="{06DD3D8D-CBED-4B1A-845D-C44EA232010E}">
      <dgm:prSet/>
      <dgm:spPr/>
      <dgm:t>
        <a:bodyPr/>
        <a:lstStyle/>
        <a:p>
          <a:pPr latinLnBrk="1"/>
          <a:endParaRPr lang="ko-KR" altLang="en-US"/>
        </a:p>
      </dgm:t>
    </dgm:pt>
    <dgm:pt modelId="{0852E862-BBD3-49B8-957B-0D61D7B80DDD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B9F4CCA2-85A9-4465-939A-02F171D39D91}" type="parTrans" cxnId="{B087AE3C-7234-482D-B17E-AA614E8E5B9E}">
      <dgm:prSet/>
      <dgm:spPr/>
      <dgm:t>
        <a:bodyPr/>
        <a:lstStyle/>
        <a:p>
          <a:pPr latinLnBrk="1"/>
          <a:endParaRPr lang="ko-KR" altLang="en-US"/>
        </a:p>
      </dgm:t>
    </dgm:pt>
    <dgm:pt modelId="{C2C3B4A0-AD9D-4707-8D67-74C18261FC98}" type="sibTrans" cxnId="{B087AE3C-7234-482D-B17E-AA614E8E5B9E}">
      <dgm:prSet/>
      <dgm:spPr/>
      <dgm:t>
        <a:bodyPr/>
        <a:lstStyle/>
        <a:p>
          <a:pPr latinLnBrk="1"/>
          <a:endParaRPr lang="ko-KR" altLang="en-US"/>
        </a:p>
      </dgm:t>
    </dgm:pt>
    <dgm:pt modelId="{74DCA4C6-5436-40CB-A964-4AF960004B4B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CB646C9F-9846-45B3-A7D4-25C90529C76E}" type="parTrans" cxnId="{7964B1B5-EE86-455C-8415-6F73668DF044}">
      <dgm:prSet/>
      <dgm:spPr/>
      <dgm:t>
        <a:bodyPr/>
        <a:lstStyle/>
        <a:p>
          <a:pPr latinLnBrk="1"/>
          <a:endParaRPr lang="ko-KR" altLang="en-US"/>
        </a:p>
      </dgm:t>
    </dgm:pt>
    <dgm:pt modelId="{E915C42A-E28E-4791-9AA8-80BE2A4AB7EF}" type="sibTrans" cxnId="{7964B1B5-EE86-455C-8415-6F73668DF044}">
      <dgm:prSet/>
      <dgm:spPr/>
      <dgm:t>
        <a:bodyPr/>
        <a:lstStyle/>
        <a:p>
          <a:pPr latinLnBrk="1"/>
          <a:endParaRPr lang="ko-KR" altLang="en-US"/>
        </a:p>
      </dgm:t>
    </dgm:pt>
    <dgm:pt modelId="{2CDC230E-0EBD-4896-B2A1-40F5838375DB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F4993F6D-09FA-4338-8DCF-2D5EB7A8DBA6}" type="parTrans" cxnId="{6DA71957-3A56-4955-922F-FDA403FD93F2}">
      <dgm:prSet/>
      <dgm:spPr/>
      <dgm:t>
        <a:bodyPr/>
        <a:lstStyle/>
        <a:p>
          <a:pPr latinLnBrk="1"/>
          <a:endParaRPr lang="ko-KR" altLang="en-US"/>
        </a:p>
      </dgm:t>
    </dgm:pt>
    <dgm:pt modelId="{E54D14E5-F997-443A-BBC8-EDF4DEB956BF}" type="sibTrans" cxnId="{6DA71957-3A56-4955-922F-FDA403FD93F2}">
      <dgm:prSet/>
      <dgm:spPr/>
      <dgm:t>
        <a:bodyPr/>
        <a:lstStyle/>
        <a:p>
          <a:pPr latinLnBrk="1"/>
          <a:endParaRPr lang="ko-KR" altLang="en-US"/>
        </a:p>
      </dgm:t>
    </dgm:pt>
    <dgm:pt modelId="{18E7488F-6B24-4E2F-87C2-1E9AB94486BD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C2A821C5-304E-4CCA-B84A-D7A396F68F37}" type="parTrans" cxnId="{161579EC-CFDD-4C1A-BE44-7FECF613A0D6}">
      <dgm:prSet/>
      <dgm:spPr/>
      <dgm:t>
        <a:bodyPr/>
        <a:lstStyle/>
        <a:p>
          <a:pPr latinLnBrk="1"/>
          <a:endParaRPr lang="ko-KR" altLang="en-US"/>
        </a:p>
      </dgm:t>
    </dgm:pt>
    <dgm:pt modelId="{8386E109-9CA6-4246-B443-B9F5BA4DFB94}" type="sibTrans" cxnId="{161579EC-CFDD-4C1A-BE44-7FECF613A0D6}">
      <dgm:prSet/>
      <dgm:spPr/>
      <dgm:t>
        <a:bodyPr/>
        <a:lstStyle/>
        <a:p>
          <a:pPr latinLnBrk="1"/>
          <a:endParaRPr lang="ko-KR" altLang="en-US"/>
        </a:p>
      </dgm:t>
    </dgm:pt>
    <dgm:pt modelId="{ACFA1FA2-C89F-406D-9760-CC45880DDB4C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FE7FED21-3B8A-4533-A602-3C90D0A863D2}" type="parTrans" cxnId="{2B2E16D1-51F7-42BD-9BAD-D584E7DE3FCE}">
      <dgm:prSet/>
      <dgm:spPr/>
      <dgm:t>
        <a:bodyPr/>
        <a:lstStyle/>
        <a:p>
          <a:pPr latinLnBrk="1"/>
          <a:endParaRPr lang="ko-KR" altLang="en-US"/>
        </a:p>
      </dgm:t>
    </dgm:pt>
    <dgm:pt modelId="{AA0FBE71-0EE7-456F-8194-0D88776EA517}" type="sibTrans" cxnId="{2B2E16D1-51F7-42BD-9BAD-D584E7DE3FCE}">
      <dgm:prSet/>
      <dgm:spPr/>
      <dgm:t>
        <a:bodyPr/>
        <a:lstStyle/>
        <a:p>
          <a:pPr latinLnBrk="1"/>
          <a:endParaRPr lang="ko-KR" altLang="en-US"/>
        </a:p>
      </dgm:t>
    </dgm:pt>
    <dgm:pt modelId="{70FCA476-2AAD-4F66-80C2-439D60A7E726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9773624D-EE37-4A46-8B0F-DD495477E8E5}" type="parTrans" cxnId="{5B46E15C-00DE-4059-95F0-B154DFE05501}">
      <dgm:prSet/>
      <dgm:spPr/>
      <dgm:t>
        <a:bodyPr/>
        <a:lstStyle/>
        <a:p>
          <a:pPr latinLnBrk="1"/>
          <a:endParaRPr lang="ko-KR" altLang="en-US"/>
        </a:p>
      </dgm:t>
    </dgm:pt>
    <dgm:pt modelId="{40A3A1B8-7120-4BBD-9658-73C01AD35915}" type="sibTrans" cxnId="{5B46E15C-00DE-4059-95F0-B154DFE05501}">
      <dgm:prSet/>
      <dgm:spPr/>
      <dgm:t>
        <a:bodyPr/>
        <a:lstStyle/>
        <a:p>
          <a:pPr latinLnBrk="1"/>
          <a:endParaRPr lang="ko-KR" altLang="en-US"/>
        </a:p>
      </dgm:t>
    </dgm:pt>
    <dgm:pt modelId="{BD9CB56F-0EDB-4964-995E-A783096EE4D3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F619D041-5206-4504-ACFF-C54A66249C49}" type="parTrans" cxnId="{CA689DFD-67E9-4EA2-B20D-7F7D74EC6904}">
      <dgm:prSet/>
      <dgm:spPr/>
      <dgm:t>
        <a:bodyPr/>
        <a:lstStyle/>
        <a:p>
          <a:pPr latinLnBrk="1"/>
          <a:endParaRPr lang="ko-KR" altLang="en-US"/>
        </a:p>
      </dgm:t>
    </dgm:pt>
    <dgm:pt modelId="{E59DE1AD-0BF3-41FC-89CA-2BF92C0924C2}" type="sibTrans" cxnId="{CA689DFD-67E9-4EA2-B20D-7F7D74EC6904}">
      <dgm:prSet/>
      <dgm:spPr/>
      <dgm:t>
        <a:bodyPr/>
        <a:lstStyle/>
        <a:p>
          <a:pPr latinLnBrk="1"/>
          <a:endParaRPr lang="ko-KR" altLang="en-US"/>
        </a:p>
      </dgm:t>
    </dgm:pt>
    <dgm:pt modelId="{4A4DE368-662E-4E75-A4FD-435AFBEEECB2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ECBC3747-50FF-4A81-8890-55C31EA9E830}" type="parTrans" cxnId="{0BD6306F-445E-46AC-98C6-FE170925E523}">
      <dgm:prSet/>
      <dgm:spPr/>
      <dgm:t>
        <a:bodyPr/>
        <a:lstStyle/>
        <a:p>
          <a:pPr latinLnBrk="1"/>
          <a:endParaRPr lang="ko-KR" altLang="en-US"/>
        </a:p>
      </dgm:t>
    </dgm:pt>
    <dgm:pt modelId="{CD4DFDCE-419E-4D5D-A9F7-F31AE4E2E7B7}" type="sibTrans" cxnId="{0BD6306F-445E-46AC-98C6-FE170925E523}">
      <dgm:prSet/>
      <dgm:spPr/>
      <dgm:t>
        <a:bodyPr/>
        <a:lstStyle/>
        <a:p>
          <a:pPr latinLnBrk="1"/>
          <a:endParaRPr lang="ko-KR" altLang="en-US"/>
        </a:p>
      </dgm:t>
    </dgm:pt>
    <dgm:pt modelId="{2865D0BE-5030-40AD-B7CB-9600CD644BC4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948CC9CE-A835-4371-8402-A9A187BD9571}" type="parTrans" cxnId="{2A90B96E-CE97-40D6-93D9-C81AB32003AD}">
      <dgm:prSet/>
      <dgm:spPr/>
      <dgm:t>
        <a:bodyPr/>
        <a:lstStyle/>
        <a:p>
          <a:pPr latinLnBrk="1"/>
          <a:endParaRPr lang="ko-KR" altLang="en-US"/>
        </a:p>
      </dgm:t>
    </dgm:pt>
    <dgm:pt modelId="{810BA61E-47B4-4C11-B1D8-9AA375384BF2}" type="sibTrans" cxnId="{2A90B96E-CE97-40D6-93D9-C81AB32003AD}">
      <dgm:prSet/>
      <dgm:spPr/>
      <dgm:t>
        <a:bodyPr/>
        <a:lstStyle/>
        <a:p>
          <a:pPr latinLnBrk="1"/>
          <a:endParaRPr lang="ko-KR" altLang="en-US"/>
        </a:p>
      </dgm:t>
    </dgm:pt>
    <dgm:pt modelId="{46607080-84C1-40BC-893F-375F48328858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8A849198-C93D-4F27-98E1-C577A80DB14C}" type="parTrans" cxnId="{8D9C5EC1-D367-43A7-BBE6-4F5C64850B3D}">
      <dgm:prSet/>
      <dgm:spPr/>
      <dgm:t>
        <a:bodyPr/>
        <a:lstStyle/>
        <a:p>
          <a:pPr latinLnBrk="1"/>
          <a:endParaRPr lang="ko-KR" altLang="en-US"/>
        </a:p>
      </dgm:t>
    </dgm:pt>
    <dgm:pt modelId="{3F4D77B2-13C5-4D53-B073-F98684DC80F0}" type="sibTrans" cxnId="{8D9C5EC1-D367-43A7-BBE6-4F5C64850B3D}">
      <dgm:prSet/>
      <dgm:spPr/>
      <dgm:t>
        <a:bodyPr/>
        <a:lstStyle/>
        <a:p>
          <a:pPr latinLnBrk="1"/>
          <a:endParaRPr lang="ko-KR" altLang="en-US"/>
        </a:p>
      </dgm:t>
    </dgm:pt>
    <dgm:pt modelId="{54E95103-F7EF-4C29-AF56-F2C0D29CD630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0A6890A5-0612-4F71-9CAA-8CA596093F81}" type="parTrans" cxnId="{938A6ABD-77CE-4B28-A7CF-31F4E61F9BC8}">
      <dgm:prSet/>
      <dgm:spPr/>
      <dgm:t>
        <a:bodyPr/>
        <a:lstStyle/>
        <a:p>
          <a:pPr latinLnBrk="1"/>
          <a:endParaRPr lang="ko-KR" altLang="en-US"/>
        </a:p>
      </dgm:t>
    </dgm:pt>
    <dgm:pt modelId="{0A5A332B-DAF1-4705-ACB9-05D4BFCBFBCC}" type="sibTrans" cxnId="{938A6ABD-77CE-4B28-A7CF-31F4E61F9BC8}">
      <dgm:prSet/>
      <dgm:spPr/>
      <dgm:t>
        <a:bodyPr/>
        <a:lstStyle/>
        <a:p>
          <a:pPr latinLnBrk="1"/>
          <a:endParaRPr lang="ko-KR" altLang="en-US"/>
        </a:p>
      </dgm:t>
    </dgm:pt>
    <dgm:pt modelId="{E64FAE83-7A32-45EB-8778-BA5A61F0CDE0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0AEE1CEE-D2FF-48B9-9B4C-28434DF3C074}" type="parTrans" cxnId="{A1431290-1ABC-4DC8-9514-1C25AE91F29B}">
      <dgm:prSet/>
      <dgm:spPr/>
      <dgm:t>
        <a:bodyPr/>
        <a:lstStyle/>
        <a:p>
          <a:pPr latinLnBrk="1"/>
          <a:endParaRPr lang="ko-KR" altLang="en-US"/>
        </a:p>
      </dgm:t>
    </dgm:pt>
    <dgm:pt modelId="{1C75F7A4-236E-4B5D-9B22-996C8214DF15}" type="sibTrans" cxnId="{A1431290-1ABC-4DC8-9514-1C25AE91F29B}">
      <dgm:prSet/>
      <dgm:spPr/>
      <dgm:t>
        <a:bodyPr/>
        <a:lstStyle/>
        <a:p>
          <a:pPr latinLnBrk="1"/>
          <a:endParaRPr lang="ko-KR" altLang="en-US"/>
        </a:p>
      </dgm:t>
    </dgm:pt>
    <dgm:pt modelId="{11BDF919-9DB8-42B1-B487-6C14FC64BC3F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879CCF78-3A23-4D3D-BADC-ED73285F1A8D}" type="parTrans" cxnId="{53790771-C01D-4029-83DA-42C1456A67DE}">
      <dgm:prSet/>
      <dgm:spPr/>
      <dgm:t>
        <a:bodyPr/>
        <a:lstStyle/>
        <a:p>
          <a:pPr latinLnBrk="1"/>
          <a:endParaRPr lang="ko-KR" altLang="en-US"/>
        </a:p>
      </dgm:t>
    </dgm:pt>
    <dgm:pt modelId="{3E83597D-5B5D-46D2-8706-0B430F6A6E9F}" type="sibTrans" cxnId="{53790771-C01D-4029-83DA-42C1456A67DE}">
      <dgm:prSet/>
      <dgm:spPr/>
      <dgm:t>
        <a:bodyPr/>
        <a:lstStyle/>
        <a:p>
          <a:pPr latinLnBrk="1"/>
          <a:endParaRPr lang="ko-KR" altLang="en-US"/>
        </a:p>
      </dgm:t>
    </dgm:pt>
    <dgm:pt modelId="{87021C77-C00E-4255-A9F9-3287374681E2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C453A9C3-E543-450B-B6C8-4A4D98352BB0}" type="parTrans" cxnId="{577E8A60-B807-4FB9-82E3-9F444DC9F02E}">
      <dgm:prSet/>
      <dgm:spPr/>
      <dgm:t>
        <a:bodyPr/>
        <a:lstStyle/>
        <a:p>
          <a:pPr latinLnBrk="1"/>
          <a:endParaRPr lang="ko-KR" altLang="en-US"/>
        </a:p>
      </dgm:t>
    </dgm:pt>
    <dgm:pt modelId="{9BBF0323-AB4A-4CFF-922B-209257C1688E}" type="sibTrans" cxnId="{577E8A60-B807-4FB9-82E3-9F444DC9F02E}">
      <dgm:prSet/>
      <dgm:spPr/>
      <dgm:t>
        <a:bodyPr/>
        <a:lstStyle/>
        <a:p>
          <a:pPr latinLnBrk="1"/>
          <a:endParaRPr lang="ko-KR" altLang="en-US"/>
        </a:p>
      </dgm:t>
    </dgm:pt>
    <dgm:pt modelId="{6C01E85B-7170-4DBB-BDF2-8FB34E39D410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6A29AA84-4C6A-44CC-86D6-40725158BD36}" type="parTrans" cxnId="{AA037E41-0859-49C0-B6EC-43D2548BF785}">
      <dgm:prSet/>
      <dgm:spPr/>
      <dgm:t>
        <a:bodyPr/>
        <a:lstStyle/>
        <a:p>
          <a:pPr latinLnBrk="1"/>
          <a:endParaRPr lang="ko-KR" altLang="en-US"/>
        </a:p>
      </dgm:t>
    </dgm:pt>
    <dgm:pt modelId="{0E9930B3-9A21-4A4F-8898-7E0DB5DB09C0}" type="sibTrans" cxnId="{AA037E41-0859-49C0-B6EC-43D2548BF785}">
      <dgm:prSet/>
      <dgm:spPr/>
      <dgm:t>
        <a:bodyPr/>
        <a:lstStyle/>
        <a:p>
          <a:pPr latinLnBrk="1"/>
          <a:endParaRPr lang="ko-KR" altLang="en-US"/>
        </a:p>
      </dgm:t>
    </dgm:pt>
    <dgm:pt modelId="{FFE25FF4-0D6D-455E-A3AF-87FFB5FE6948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AB1D48A1-419E-4707-9E5B-431CEC4A97DE}" type="parTrans" cxnId="{12F0CEA1-0161-4ED4-B646-B0F1421F3D42}">
      <dgm:prSet/>
      <dgm:spPr/>
      <dgm:t>
        <a:bodyPr/>
        <a:lstStyle/>
        <a:p>
          <a:pPr latinLnBrk="1"/>
          <a:endParaRPr lang="ko-KR" altLang="en-US"/>
        </a:p>
      </dgm:t>
    </dgm:pt>
    <dgm:pt modelId="{52E83234-17FD-40F8-8C82-F5CCCA965D38}" type="sibTrans" cxnId="{12F0CEA1-0161-4ED4-B646-B0F1421F3D42}">
      <dgm:prSet/>
      <dgm:spPr/>
      <dgm:t>
        <a:bodyPr/>
        <a:lstStyle/>
        <a:p>
          <a:pPr latinLnBrk="1"/>
          <a:endParaRPr lang="ko-KR" altLang="en-US"/>
        </a:p>
      </dgm:t>
    </dgm:pt>
    <dgm:pt modelId="{1E5F033B-9116-4D7D-B7B6-A1A60916458A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1CBCC2EC-A58E-4437-8A7E-9F62B30E8063}" type="parTrans" cxnId="{F11DCA34-3745-46A7-96AF-FDFF98FA9E2B}">
      <dgm:prSet/>
      <dgm:spPr/>
      <dgm:t>
        <a:bodyPr/>
        <a:lstStyle/>
        <a:p>
          <a:pPr latinLnBrk="1"/>
          <a:endParaRPr lang="ko-KR" altLang="en-US"/>
        </a:p>
      </dgm:t>
    </dgm:pt>
    <dgm:pt modelId="{18A1E477-10AE-4FA5-B104-81DDF20F3775}" type="sibTrans" cxnId="{F11DCA34-3745-46A7-96AF-FDFF98FA9E2B}">
      <dgm:prSet/>
      <dgm:spPr/>
      <dgm:t>
        <a:bodyPr/>
        <a:lstStyle/>
        <a:p>
          <a:pPr latinLnBrk="1"/>
          <a:endParaRPr lang="ko-KR" altLang="en-US"/>
        </a:p>
      </dgm:t>
    </dgm:pt>
    <dgm:pt modelId="{B9DAF825-97F1-4B5E-87BC-FEC0FA3C25A0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23DD0182-B56D-45F1-B73D-B38455D8F3AB}" type="parTrans" cxnId="{84020FCE-5FAA-44CD-B98E-0BF818FA85C7}">
      <dgm:prSet/>
      <dgm:spPr/>
      <dgm:t>
        <a:bodyPr/>
        <a:lstStyle/>
        <a:p>
          <a:pPr latinLnBrk="1"/>
          <a:endParaRPr lang="ko-KR" altLang="en-US"/>
        </a:p>
      </dgm:t>
    </dgm:pt>
    <dgm:pt modelId="{111BABE2-5683-4900-8D6D-4BED5DF304EC}" type="sibTrans" cxnId="{84020FCE-5FAA-44CD-B98E-0BF818FA85C7}">
      <dgm:prSet/>
      <dgm:spPr/>
      <dgm:t>
        <a:bodyPr/>
        <a:lstStyle/>
        <a:p>
          <a:pPr latinLnBrk="1"/>
          <a:endParaRPr lang="ko-KR" altLang="en-US"/>
        </a:p>
      </dgm:t>
    </dgm:pt>
    <dgm:pt modelId="{975EBC48-1C42-4606-B24B-6A159AC38848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03DAEF86-85E4-4D97-B2D6-CCDA91F84D5C}" type="parTrans" cxnId="{B9ADD095-8BC8-4FD9-8ADE-DA265BBA14C3}">
      <dgm:prSet/>
      <dgm:spPr/>
      <dgm:t>
        <a:bodyPr/>
        <a:lstStyle/>
        <a:p>
          <a:pPr latinLnBrk="1"/>
          <a:endParaRPr lang="ko-KR" altLang="en-US"/>
        </a:p>
      </dgm:t>
    </dgm:pt>
    <dgm:pt modelId="{52CE1E51-DDEE-43CB-BF1D-CEB975A2AC6A}" type="sibTrans" cxnId="{B9ADD095-8BC8-4FD9-8ADE-DA265BBA14C3}">
      <dgm:prSet/>
      <dgm:spPr/>
      <dgm:t>
        <a:bodyPr/>
        <a:lstStyle/>
        <a:p>
          <a:pPr latinLnBrk="1"/>
          <a:endParaRPr lang="ko-KR" altLang="en-US"/>
        </a:p>
      </dgm:t>
    </dgm:pt>
    <dgm:pt modelId="{A5FFA68C-79E5-46CB-84DA-4E23D061A138}">
      <dgm:prSet phldrT="[텍스트]"/>
      <dgm:spPr/>
      <dgm:t>
        <a:bodyPr/>
        <a:lstStyle/>
        <a:p>
          <a:pPr latinLnBrk="1"/>
          <a:r>
            <a:rPr lang="en-US" altLang="ko-KR" dirty="0"/>
            <a:t>Page 5 (16)</a:t>
          </a:r>
          <a:endParaRPr lang="ko-KR" altLang="en-US" dirty="0"/>
        </a:p>
      </dgm:t>
    </dgm:pt>
    <dgm:pt modelId="{B153EEF8-5731-4302-A69D-CDDCB7DA05EF}" type="parTrans" cxnId="{12B62CFC-639B-4423-A3FC-388CDAC71500}">
      <dgm:prSet/>
      <dgm:spPr/>
      <dgm:t>
        <a:bodyPr/>
        <a:lstStyle/>
        <a:p>
          <a:pPr latinLnBrk="1"/>
          <a:endParaRPr lang="ko-KR" altLang="en-US"/>
        </a:p>
      </dgm:t>
    </dgm:pt>
    <dgm:pt modelId="{F5E9DFEB-B2F2-42AF-ADD2-C05A761E193F}" type="sibTrans" cxnId="{12B62CFC-639B-4423-A3FC-388CDAC71500}">
      <dgm:prSet/>
      <dgm:spPr/>
      <dgm:t>
        <a:bodyPr/>
        <a:lstStyle/>
        <a:p>
          <a:pPr latinLnBrk="1"/>
          <a:endParaRPr lang="ko-KR" altLang="en-US"/>
        </a:p>
      </dgm:t>
    </dgm:pt>
    <dgm:pt modelId="{6B89939F-81EF-4D2C-AD4A-3134B9056BC0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0E6C62C1-A567-4097-8967-F4D4685436F2}" type="parTrans" cxnId="{CBE4C0FF-339A-4D8C-9EFD-64B76939B1E2}">
      <dgm:prSet/>
      <dgm:spPr/>
      <dgm:t>
        <a:bodyPr/>
        <a:lstStyle/>
        <a:p>
          <a:pPr latinLnBrk="1"/>
          <a:endParaRPr lang="ko-KR" altLang="en-US"/>
        </a:p>
      </dgm:t>
    </dgm:pt>
    <dgm:pt modelId="{ED401035-5A54-43A8-A737-BE2ABEB5A0B0}" type="sibTrans" cxnId="{CBE4C0FF-339A-4D8C-9EFD-64B76939B1E2}">
      <dgm:prSet/>
      <dgm:spPr/>
      <dgm:t>
        <a:bodyPr/>
        <a:lstStyle/>
        <a:p>
          <a:pPr latinLnBrk="1"/>
          <a:endParaRPr lang="ko-KR" altLang="en-US"/>
        </a:p>
      </dgm:t>
    </dgm:pt>
    <dgm:pt modelId="{8452986E-76F9-4C0C-9552-472292211179}">
      <dgm:prSet phldrT="[텍스트]"/>
      <dgm:spPr>
        <a:solidFill>
          <a:schemeClr val="accent6">
            <a:lumMod val="50000"/>
          </a:schemeClr>
        </a:solidFill>
      </dgm:spPr>
      <dgm:t>
        <a:bodyPr/>
        <a:lstStyle/>
        <a:p>
          <a:pPr latinLnBrk="1"/>
          <a:endParaRPr lang="ko-KR" altLang="en-US" dirty="0"/>
        </a:p>
      </dgm:t>
    </dgm:pt>
    <dgm:pt modelId="{BE079DB4-957D-4C55-BAC8-FFF46B425C7F}" type="parTrans" cxnId="{47ADC78E-EB8E-4B24-B9DD-E6642771815D}">
      <dgm:prSet/>
      <dgm:spPr/>
      <dgm:t>
        <a:bodyPr/>
        <a:lstStyle/>
        <a:p>
          <a:pPr latinLnBrk="1"/>
          <a:endParaRPr lang="ko-KR" altLang="en-US"/>
        </a:p>
      </dgm:t>
    </dgm:pt>
    <dgm:pt modelId="{EA857004-C628-42A5-A51B-89D52981A62B}" type="sibTrans" cxnId="{47ADC78E-EB8E-4B24-B9DD-E6642771815D}">
      <dgm:prSet/>
      <dgm:spPr/>
      <dgm:t>
        <a:bodyPr/>
        <a:lstStyle/>
        <a:p>
          <a:pPr latinLnBrk="1"/>
          <a:endParaRPr lang="ko-KR" altLang="en-US"/>
        </a:p>
      </dgm:t>
    </dgm:pt>
    <dgm:pt modelId="{96C04CD4-8E16-4CCE-A944-FC74524170DC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72103FE5-98E1-44DB-BD9B-915EAB73FA33}" type="parTrans" cxnId="{1A6DCE86-1F41-4E4C-B7EC-BC139F3F847F}">
      <dgm:prSet/>
      <dgm:spPr/>
      <dgm:t>
        <a:bodyPr/>
        <a:lstStyle/>
        <a:p>
          <a:pPr latinLnBrk="1"/>
          <a:endParaRPr lang="ko-KR" altLang="en-US"/>
        </a:p>
      </dgm:t>
    </dgm:pt>
    <dgm:pt modelId="{ABA4FA95-248A-4B31-A428-1A84749F0932}" type="sibTrans" cxnId="{1A6DCE86-1F41-4E4C-B7EC-BC139F3F847F}">
      <dgm:prSet/>
      <dgm:spPr/>
      <dgm:t>
        <a:bodyPr/>
        <a:lstStyle/>
        <a:p>
          <a:pPr latinLnBrk="1"/>
          <a:endParaRPr lang="ko-KR" altLang="en-US"/>
        </a:p>
      </dgm:t>
    </dgm:pt>
    <dgm:pt modelId="{41331F6A-4E90-46B3-AC2E-E16B626418A7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0697A561-A94F-49AF-9EA5-8E613ADA55C0}" type="parTrans" cxnId="{0D7CC5C8-0DCA-47D0-9A16-B5AA491C77EF}">
      <dgm:prSet/>
      <dgm:spPr/>
      <dgm:t>
        <a:bodyPr/>
        <a:lstStyle/>
        <a:p>
          <a:pPr latinLnBrk="1"/>
          <a:endParaRPr lang="ko-KR" altLang="en-US"/>
        </a:p>
      </dgm:t>
    </dgm:pt>
    <dgm:pt modelId="{E196983D-35C3-43FA-9522-A7AEB6E41000}" type="sibTrans" cxnId="{0D7CC5C8-0DCA-47D0-9A16-B5AA491C77EF}">
      <dgm:prSet/>
      <dgm:spPr/>
      <dgm:t>
        <a:bodyPr/>
        <a:lstStyle/>
        <a:p>
          <a:pPr latinLnBrk="1"/>
          <a:endParaRPr lang="ko-KR" altLang="en-US"/>
        </a:p>
      </dgm:t>
    </dgm:pt>
    <dgm:pt modelId="{FD7EC332-A8A3-4C15-B8EE-91584E8C6840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202E8AF3-B7FC-4E29-8BBF-D9FBCB15A30F}" type="parTrans" cxnId="{15514066-2799-4C27-ACF0-E31EC3036497}">
      <dgm:prSet/>
      <dgm:spPr/>
      <dgm:t>
        <a:bodyPr/>
        <a:lstStyle/>
        <a:p>
          <a:pPr latinLnBrk="1"/>
          <a:endParaRPr lang="ko-KR" altLang="en-US"/>
        </a:p>
      </dgm:t>
    </dgm:pt>
    <dgm:pt modelId="{EFB8AF14-2EEB-49EF-92B0-E5D759BBAA2E}" type="sibTrans" cxnId="{15514066-2799-4C27-ACF0-E31EC3036497}">
      <dgm:prSet/>
      <dgm:spPr/>
      <dgm:t>
        <a:bodyPr/>
        <a:lstStyle/>
        <a:p>
          <a:pPr latinLnBrk="1"/>
          <a:endParaRPr lang="ko-KR" altLang="en-US"/>
        </a:p>
      </dgm:t>
    </dgm:pt>
    <dgm:pt modelId="{72E3D635-5136-4372-BFC3-A65B7C108CC2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C5159B09-44F9-4B77-9FF5-825594702E3E}" type="parTrans" cxnId="{01AA97B0-288B-4120-9940-B1243D4BC523}">
      <dgm:prSet/>
      <dgm:spPr/>
      <dgm:t>
        <a:bodyPr/>
        <a:lstStyle/>
        <a:p>
          <a:pPr latinLnBrk="1"/>
          <a:endParaRPr lang="ko-KR" altLang="en-US"/>
        </a:p>
      </dgm:t>
    </dgm:pt>
    <dgm:pt modelId="{08CC6E59-0FE4-47FD-ACE4-7D61323E95D6}" type="sibTrans" cxnId="{01AA97B0-288B-4120-9940-B1243D4BC523}">
      <dgm:prSet/>
      <dgm:spPr/>
      <dgm:t>
        <a:bodyPr/>
        <a:lstStyle/>
        <a:p>
          <a:pPr latinLnBrk="1"/>
          <a:endParaRPr lang="ko-KR" altLang="en-US"/>
        </a:p>
      </dgm:t>
    </dgm:pt>
    <dgm:pt modelId="{810BBF83-FC5D-4B16-977A-B12F1699D210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84B67A32-0D57-4DDE-8861-3A21C5A541FE}" type="parTrans" cxnId="{0D283CE0-AE89-46BB-8437-445E3199BB5A}">
      <dgm:prSet/>
      <dgm:spPr/>
      <dgm:t>
        <a:bodyPr/>
        <a:lstStyle/>
        <a:p>
          <a:pPr latinLnBrk="1"/>
          <a:endParaRPr lang="ko-KR" altLang="en-US"/>
        </a:p>
      </dgm:t>
    </dgm:pt>
    <dgm:pt modelId="{18291CF5-D54B-4253-B8B6-6D6A56D3EE20}" type="sibTrans" cxnId="{0D283CE0-AE89-46BB-8437-445E3199BB5A}">
      <dgm:prSet/>
      <dgm:spPr/>
      <dgm:t>
        <a:bodyPr/>
        <a:lstStyle/>
        <a:p>
          <a:pPr latinLnBrk="1"/>
          <a:endParaRPr lang="ko-KR" altLang="en-US"/>
        </a:p>
      </dgm:t>
    </dgm:pt>
    <dgm:pt modelId="{CBEB0262-62AF-4C6C-AD10-D9FD754B3681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451B8B4B-2524-4B72-BC72-44EE8EFE67DC}" type="parTrans" cxnId="{59E5D886-F34E-4D31-AFA3-4A43B8D656FC}">
      <dgm:prSet/>
      <dgm:spPr/>
      <dgm:t>
        <a:bodyPr/>
        <a:lstStyle/>
        <a:p>
          <a:pPr latinLnBrk="1"/>
          <a:endParaRPr lang="ko-KR" altLang="en-US"/>
        </a:p>
      </dgm:t>
    </dgm:pt>
    <dgm:pt modelId="{9FAE2B96-55D3-4C69-B009-BECC48593BAE}" type="sibTrans" cxnId="{59E5D886-F34E-4D31-AFA3-4A43B8D656FC}">
      <dgm:prSet/>
      <dgm:spPr/>
      <dgm:t>
        <a:bodyPr/>
        <a:lstStyle/>
        <a:p>
          <a:pPr latinLnBrk="1"/>
          <a:endParaRPr lang="ko-KR" altLang="en-US"/>
        </a:p>
      </dgm:t>
    </dgm:pt>
    <dgm:pt modelId="{94E3BFDB-102B-46F1-8618-82C60C6E186E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6F663CE7-177A-4E93-A960-E7BCDBBCD65A}" type="parTrans" cxnId="{123F1A59-53C6-4EAA-A061-DA18CE5781A3}">
      <dgm:prSet/>
      <dgm:spPr/>
      <dgm:t>
        <a:bodyPr/>
        <a:lstStyle/>
        <a:p>
          <a:pPr latinLnBrk="1"/>
          <a:endParaRPr lang="ko-KR" altLang="en-US"/>
        </a:p>
      </dgm:t>
    </dgm:pt>
    <dgm:pt modelId="{D22B21C0-0763-4183-AC35-B2670DDA1FAE}" type="sibTrans" cxnId="{123F1A59-53C6-4EAA-A061-DA18CE5781A3}">
      <dgm:prSet/>
      <dgm:spPr/>
      <dgm:t>
        <a:bodyPr/>
        <a:lstStyle/>
        <a:p>
          <a:pPr latinLnBrk="1"/>
          <a:endParaRPr lang="ko-KR" altLang="en-US"/>
        </a:p>
      </dgm:t>
    </dgm:pt>
    <dgm:pt modelId="{F9571548-72F5-4641-9B4F-CFCBC1DC08C4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07F5CDCB-BD06-4754-BBC2-52E3A0208691}" type="parTrans" cxnId="{99ED343B-B69C-4C8B-A416-13607AD8BC36}">
      <dgm:prSet/>
      <dgm:spPr/>
      <dgm:t>
        <a:bodyPr/>
        <a:lstStyle/>
        <a:p>
          <a:pPr latinLnBrk="1"/>
          <a:endParaRPr lang="ko-KR" altLang="en-US"/>
        </a:p>
      </dgm:t>
    </dgm:pt>
    <dgm:pt modelId="{1C9C8382-17AB-49A8-B766-F0D28DC22DD0}" type="sibTrans" cxnId="{99ED343B-B69C-4C8B-A416-13607AD8BC36}">
      <dgm:prSet/>
      <dgm:spPr/>
      <dgm:t>
        <a:bodyPr/>
        <a:lstStyle/>
        <a:p>
          <a:pPr latinLnBrk="1"/>
          <a:endParaRPr lang="ko-KR" altLang="en-US"/>
        </a:p>
      </dgm:t>
    </dgm:pt>
    <dgm:pt modelId="{97830452-8774-4871-A3D0-7495CD703681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AD4407A8-9AA3-4069-AFF3-40170C911F8D}" type="parTrans" cxnId="{50CF1514-05CB-43A5-AC0C-F98414FE49DB}">
      <dgm:prSet/>
      <dgm:spPr/>
      <dgm:t>
        <a:bodyPr/>
        <a:lstStyle/>
        <a:p>
          <a:pPr latinLnBrk="1"/>
          <a:endParaRPr lang="ko-KR" altLang="en-US"/>
        </a:p>
      </dgm:t>
    </dgm:pt>
    <dgm:pt modelId="{673FD962-1AB3-4D98-A3EF-56E4930C8E38}" type="sibTrans" cxnId="{50CF1514-05CB-43A5-AC0C-F98414FE49DB}">
      <dgm:prSet/>
      <dgm:spPr/>
      <dgm:t>
        <a:bodyPr/>
        <a:lstStyle/>
        <a:p>
          <a:pPr latinLnBrk="1"/>
          <a:endParaRPr lang="ko-KR" altLang="en-US"/>
        </a:p>
      </dgm:t>
    </dgm:pt>
    <dgm:pt modelId="{C4C7700F-97E3-462B-B2AC-8FBC49EE0400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B56BB749-A522-4341-B34A-5835AAA8E636}" type="parTrans" cxnId="{657F8C82-457C-4BC2-A5F7-52085C91F37B}">
      <dgm:prSet/>
      <dgm:spPr/>
      <dgm:t>
        <a:bodyPr/>
        <a:lstStyle/>
        <a:p>
          <a:pPr latinLnBrk="1"/>
          <a:endParaRPr lang="ko-KR" altLang="en-US"/>
        </a:p>
      </dgm:t>
    </dgm:pt>
    <dgm:pt modelId="{A7CBAE00-9923-4969-919B-15129FF97B5E}" type="sibTrans" cxnId="{657F8C82-457C-4BC2-A5F7-52085C91F37B}">
      <dgm:prSet/>
      <dgm:spPr/>
      <dgm:t>
        <a:bodyPr/>
        <a:lstStyle/>
        <a:p>
          <a:pPr latinLnBrk="1"/>
          <a:endParaRPr lang="ko-KR" altLang="en-US"/>
        </a:p>
      </dgm:t>
    </dgm:pt>
    <dgm:pt modelId="{A29FFCEA-BD23-46A4-835D-BCA08FE8C0E6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0E61AAB8-7349-49BB-AC90-0E55F487BC7F}" type="parTrans" cxnId="{D680C905-B36E-4AF5-B543-7B7A8B81AD07}">
      <dgm:prSet/>
      <dgm:spPr/>
      <dgm:t>
        <a:bodyPr/>
        <a:lstStyle/>
        <a:p>
          <a:pPr latinLnBrk="1"/>
          <a:endParaRPr lang="ko-KR" altLang="en-US"/>
        </a:p>
      </dgm:t>
    </dgm:pt>
    <dgm:pt modelId="{1C3A6DE7-7970-48ED-94EC-84FDCEA12951}" type="sibTrans" cxnId="{D680C905-B36E-4AF5-B543-7B7A8B81AD07}">
      <dgm:prSet/>
      <dgm:spPr/>
      <dgm:t>
        <a:bodyPr/>
        <a:lstStyle/>
        <a:p>
          <a:pPr latinLnBrk="1"/>
          <a:endParaRPr lang="ko-KR" altLang="en-US"/>
        </a:p>
      </dgm:t>
    </dgm:pt>
    <dgm:pt modelId="{3A98146D-C699-411B-A3DF-808DC90B069F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A3DD7D66-F8E6-4286-97E9-53EDED74AE3F}" type="parTrans" cxnId="{CDE1CA2E-5683-412F-8687-8383C80DFF7F}">
      <dgm:prSet/>
      <dgm:spPr/>
      <dgm:t>
        <a:bodyPr/>
        <a:lstStyle/>
        <a:p>
          <a:pPr latinLnBrk="1"/>
          <a:endParaRPr lang="ko-KR" altLang="en-US"/>
        </a:p>
      </dgm:t>
    </dgm:pt>
    <dgm:pt modelId="{8753652C-4A12-424A-AE3B-9E57D5395D4F}" type="sibTrans" cxnId="{CDE1CA2E-5683-412F-8687-8383C80DFF7F}">
      <dgm:prSet/>
      <dgm:spPr/>
      <dgm:t>
        <a:bodyPr/>
        <a:lstStyle/>
        <a:p>
          <a:pPr latinLnBrk="1"/>
          <a:endParaRPr lang="ko-KR" altLang="en-US"/>
        </a:p>
      </dgm:t>
    </dgm:pt>
    <dgm:pt modelId="{7DB697BB-23E0-497C-9833-CAC9679E334B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9EE31189-AC99-438A-9C0B-CD71EEDB0042}" type="parTrans" cxnId="{AC38DE87-D89C-47A3-A966-C89CE69D94BB}">
      <dgm:prSet/>
      <dgm:spPr/>
      <dgm:t>
        <a:bodyPr/>
        <a:lstStyle/>
        <a:p>
          <a:pPr latinLnBrk="1"/>
          <a:endParaRPr lang="ko-KR" altLang="en-US"/>
        </a:p>
      </dgm:t>
    </dgm:pt>
    <dgm:pt modelId="{AE59F55A-5D98-42C8-B3FF-7328D42E7B0A}" type="sibTrans" cxnId="{AC38DE87-D89C-47A3-A966-C89CE69D94BB}">
      <dgm:prSet/>
      <dgm:spPr/>
      <dgm:t>
        <a:bodyPr/>
        <a:lstStyle/>
        <a:p>
          <a:pPr latinLnBrk="1"/>
          <a:endParaRPr lang="ko-KR" altLang="en-US"/>
        </a:p>
      </dgm:t>
    </dgm:pt>
    <dgm:pt modelId="{3AE83DF2-0B8D-4227-957C-585118A426CE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32C34572-123E-4F29-B61F-D1A7D034FA0E}" type="parTrans" cxnId="{D70F3E3D-0752-4222-B9CB-DA83A190F6DD}">
      <dgm:prSet/>
      <dgm:spPr/>
      <dgm:t>
        <a:bodyPr/>
        <a:lstStyle/>
        <a:p>
          <a:pPr latinLnBrk="1"/>
          <a:endParaRPr lang="ko-KR" altLang="en-US"/>
        </a:p>
      </dgm:t>
    </dgm:pt>
    <dgm:pt modelId="{4E7FFA72-E81C-4FFB-B35C-501AFEB4343B}" type="sibTrans" cxnId="{D70F3E3D-0752-4222-B9CB-DA83A190F6DD}">
      <dgm:prSet/>
      <dgm:spPr/>
      <dgm:t>
        <a:bodyPr/>
        <a:lstStyle/>
        <a:p>
          <a:pPr latinLnBrk="1"/>
          <a:endParaRPr lang="ko-KR" altLang="en-US"/>
        </a:p>
      </dgm:t>
    </dgm:pt>
    <dgm:pt modelId="{247E3A5D-92A3-4A75-B0CE-825CC4A7B493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B0FEC912-5432-4EB2-8744-6A2AE6AC0A7B}" type="parTrans" cxnId="{CC1CB3EC-6F14-41DF-8153-57BB361E1806}">
      <dgm:prSet/>
      <dgm:spPr/>
      <dgm:t>
        <a:bodyPr/>
        <a:lstStyle/>
        <a:p>
          <a:pPr latinLnBrk="1"/>
          <a:endParaRPr lang="ko-KR" altLang="en-US"/>
        </a:p>
      </dgm:t>
    </dgm:pt>
    <dgm:pt modelId="{316A4BE0-0817-41A8-A8BF-0B459E35FD77}" type="sibTrans" cxnId="{CC1CB3EC-6F14-41DF-8153-57BB361E1806}">
      <dgm:prSet/>
      <dgm:spPr/>
      <dgm:t>
        <a:bodyPr/>
        <a:lstStyle/>
        <a:p>
          <a:pPr latinLnBrk="1"/>
          <a:endParaRPr lang="ko-KR" altLang="en-US"/>
        </a:p>
      </dgm:t>
    </dgm:pt>
    <dgm:pt modelId="{D92A7E95-6196-43A9-A89A-D61D4C5F6B09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720428C1-A8E1-4A53-9FB1-2BADFA03484E}" type="parTrans" cxnId="{7C2EEF45-5952-4B02-8425-FE5312A365F1}">
      <dgm:prSet/>
      <dgm:spPr/>
      <dgm:t>
        <a:bodyPr/>
        <a:lstStyle/>
        <a:p>
          <a:pPr latinLnBrk="1"/>
          <a:endParaRPr lang="ko-KR" altLang="en-US"/>
        </a:p>
      </dgm:t>
    </dgm:pt>
    <dgm:pt modelId="{8BE346EE-8549-4302-BBA7-5C1C35228A6C}" type="sibTrans" cxnId="{7C2EEF45-5952-4B02-8425-FE5312A365F1}">
      <dgm:prSet/>
      <dgm:spPr/>
      <dgm:t>
        <a:bodyPr/>
        <a:lstStyle/>
        <a:p>
          <a:pPr latinLnBrk="1"/>
          <a:endParaRPr lang="ko-KR" altLang="en-US"/>
        </a:p>
      </dgm:t>
    </dgm:pt>
    <dgm:pt modelId="{FE8B9A7D-E9F9-488F-82BB-71B880211833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3BB985EE-A6A5-4C4A-93E1-234CF400E9A4}" type="parTrans" cxnId="{A8E82C98-9FCD-423E-B7B2-F54B2A597C5C}">
      <dgm:prSet/>
      <dgm:spPr/>
      <dgm:t>
        <a:bodyPr/>
        <a:lstStyle/>
        <a:p>
          <a:pPr latinLnBrk="1"/>
          <a:endParaRPr lang="ko-KR" altLang="en-US"/>
        </a:p>
      </dgm:t>
    </dgm:pt>
    <dgm:pt modelId="{35EEA624-4863-46BD-BC92-89450F320252}" type="sibTrans" cxnId="{A8E82C98-9FCD-423E-B7B2-F54B2A597C5C}">
      <dgm:prSet/>
      <dgm:spPr/>
      <dgm:t>
        <a:bodyPr/>
        <a:lstStyle/>
        <a:p>
          <a:pPr latinLnBrk="1"/>
          <a:endParaRPr lang="ko-KR" altLang="en-US"/>
        </a:p>
      </dgm:t>
    </dgm:pt>
    <dgm:pt modelId="{C4A413EA-DC47-44B7-88C3-8480D0136D1C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3268C231-2CA7-4649-8F06-85B2C3E02789}" type="parTrans" cxnId="{8079B850-2264-4E9C-8882-85AE0B8F728E}">
      <dgm:prSet/>
      <dgm:spPr/>
      <dgm:t>
        <a:bodyPr/>
        <a:lstStyle/>
        <a:p>
          <a:pPr latinLnBrk="1"/>
          <a:endParaRPr lang="ko-KR" altLang="en-US"/>
        </a:p>
      </dgm:t>
    </dgm:pt>
    <dgm:pt modelId="{E640C9E8-A7FE-4A4E-BB4D-17A513DAF9DF}" type="sibTrans" cxnId="{8079B850-2264-4E9C-8882-85AE0B8F728E}">
      <dgm:prSet/>
      <dgm:spPr/>
      <dgm:t>
        <a:bodyPr/>
        <a:lstStyle/>
        <a:p>
          <a:pPr latinLnBrk="1"/>
          <a:endParaRPr lang="ko-KR" altLang="en-US"/>
        </a:p>
      </dgm:t>
    </dgm:pt>
    <dgm:pt modelId="{911A65A7-594E-414B-A2D6-69017277890D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3190775A-3E52-402E-A774-B2BEB9DA70DE}" type="parTrans" cxnId="{5A54EA4F-5B49-47A2-8843-17842710E1C9}">
      <dgm:prSet/>
      <dgm:spPr/>
      <dgm:t>
        <a:bodyPr/>
        <a:lstStyle/>
        <a:p>
          <a:pPr latinLnBrk="1"/>
          <a:endParaRPr lang="ko-KR" altLang="en-US"/>
        </a:p>
      </dgm:t>
    </dgm:pt>
    <dgm:pt modelId="{33A29B0B-561D-4079-A1ED-D64FB2645D2A}" type="sibTrans" cxnId="{5A54EA4F-5B49-47A2-8843-17842710E1C9}">
      <dgm:prSet/>
      <dgm:spPr/>
      <dgm:t>
        <a:bodyPr/>
        <a:lstStyle/>
        <a:p>
          <a:pPr latinLnBrk="1"/>
          <a:endParaRPr lang="ko-KR" altLang="en-US"/>
        </a:p>
      </dgm:t>
    </dgm:pt>
    <dgm:pt modelId="{00934D24-7834-4CBA-B71E-3C542444F2EA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D784B775-2E71-419A-87C3-DBBB6EBA6400}" type="parTrans" cxnId="{179BDD93-4C72-4E2E-B710-B30E22BD55A1}">
      <dgm:prSet/>
      <dgm:spPr/>
      <dgm:t>
        <a:bodyPr/>
        <a:lstStyle/>
        <a:p>
          <a:pPr latinLnBrk="1"/>
          <a:endParaRPr lang="ko-KR" altLang="en-US"/>
        </a:p>
      </dgm:t>
    </dgm:pt>
    <dgm:pt modelId="{899A9E21-A30F-4ADF-94B2-925B27B0E04D}" type="sibTrans" cxnId="{179BDD93-4C72-4E2E-B710-B30E22BD55A1}">
      <dgm:prSet/>
      <dgm:spPr/>
      <dgm:t>
        <a:bodyPr/>
        <a:lstStyle/>
        <a:p>
          <a:pPr latinLnBrk="1"/>
          <a:endParaRPr lang="ko-KR" altLang="en-US"/>
        </a:p>
      </dgm:t>
    </dgm:pt>
    <dgm:pt modelId="{2E2FAFAC-0820-4455-BFFB-9C95AE2DD258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A7F03990-18CD-41C0-A754-C30E77A75F89}" type="parTrans" cxnId="{7E3768ED-5CF1-4E07-AEEB-3214AE98083E}">
      <dgm:prSet/>
      <dgm:spPr/>
      <dgm:t>
        <a:bodyPr/>
        <a:lstStyle/>
        <a:p>
          <a:pPr latinLnBrk="1"/>
          <a:endParaRPr lang="ko-KR" altLang="en-US"/>
        </a:p>
      </dgm:t>
    </dgm:pt>
    <dgm:pt modelId="{238C1CDE-7DD9-460B-8EC3-54AB5C541DB5}" type="sibTrans" cxnId="{7E3768ED-5CF1-4E07-AEEB-3214AE98083E}">
      <dgm:prSet/>
      <dgm:spPr/>
      <dgm:t>
        <a:bodyPr/>
        <a:lstStyle/>
        <a:p>
          <a:pPr latinLnBrk="1"/>
          <a:endParaRPr lang="ko-KR" altLang="en-US"/>
        </a:p>
      </dgm:t>
    </dgm:pt>
    <dgm:pt modelId="{1C4B2FCA-ECCA-4A0A-BE7A-BB52279911A8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FCF11ECA-E665-47AC-A32E-06DAE5DC4439}" type="parTrans" cxnId="{C3A85005-CF61-4305-ABEC-0D3F2B56A01A}">
      <dgm:prSet/>
      <dgm:spPr/>
      <dgm:t>
        <a:bodyPr/>
        <a:lstStyle/>
        <a:p>
          <a:pPr latinLnBrk="1"/>
          <a:endParaRPr lang="ko-KR" altLang="en-US"/>
        </a:p>
      </dgm:t>
    </dgm:pt>
    <dgm:pt modelId="{0DC71D88-8032-4239-A81D-57615C959A61}" type="sibTrans" cxnId="{C3A85005-CF61-4305-ABEC-0D3F2B56A01A}">
      <dgm:prSet/>
      <dgm:spPr/>
      <dgm:t>
        <a:bodyPr/>
        <a:lstStyle/>
        <a:p>
          <a:pPr latinLnBrk="1"/>
          <a:endParaRPr lang="ko-KR" altLang="en-US"/>
        </a:p>
      </dgm:t>
    </dgm:pt>
    <dgm:pt modelId="{3EAA0370-4EC0-4C77-A047-7453BC3F78A0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189D620C-A0E6-4BA7-8C54-51EA7B0B23E2}" type="parTrans" cxnId="{2EDD38AF-E10F-44E4-A804-1EAD2FE21449}">
      <dgm:prSet/>
      <dgm:spPr/>
      <dgm:t>
        <a:bodyPr/>
        <a:lstStyle/>
        <a:p>
          <a:pPr latinLnBrk="1"/>
          <a:endParaRPr lang="ko-KR" altLang="en-US"/>
        </a:p>
      </dgm:t>
    </dgm:pt>
    <dgm:pt modelId="{601C71BA-2E54-4B70-82AF-A40CD878EA5B}" type="sibTrans" cxnId="{2EDD38AF-E10F-44E4-A804-1EAD2FE21449}">
      <dgm:prSet/>
      <dgm:spPr/>
      <dgm:t>
        <a:bodyPr/>
        <a:lstStyle/>
        <a:p>
          <a:pPr latinLnBrk="1"/>
          <a:endParaRPr lang="ko-KR" altLang="en-US"/>
        </a:p>
      </dgm:t>
    </dgm:pt>
    <dgm:pt modelId="{D8E6E5FA-BDAA-4AEE-BFD9-50F03DD2DF33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5A62E8E6-0BF2-42B7-A84F-C5D50A707347}" type="parTrans" cxnId="{CCBAEEC1-A16C-4447-910B-48ED0ACEF5F0}">
      <dgm:prSet/>
      <dgm:spPr/>
      <dgm:t>
        <a:bodyPr/>
        <a:lstStyle/>
        <a:p>
          <a:pPr latinLnBrk="1"/>
          <a:endParaRPr lang="ko-KR" altLang="en-US"/>
        </a:p>
      </dgm:t>
    </dgm:pt>
    <dgm:pt modelId="{743761C7-E609-49C5-AFBA-0858DF335735}" type="sibTrans" cxnId="{CCBAEEC1-A16C-4447-910B-48ED0ACEF5F0}">
      <dgm:prSet/>
      <dgm:spPr/>
      <dgm:t>
        <a:bodyPr/>
        <a:lstStyle/>
        <a:p>
          <a:pPr latinLnBrk="1"/>
          <a:endParaRPr lang="ko-KR" altLang="en-US"/>
        </a:p>
      </dgm:t>
    </dgm:pt>
    <dgm:pt modelId="{E2370E96-DC58-449D-AF21-2365D0DE7F3F}">
      <dgm:prSet phldrT="[텍스트]"/>
      <dgm:spPr/>
      <dgm:t>
        <a:bodyPr/>
        <a:lstStyle/>
        <a:p>
          <a:pPr latinLnBrk="1"/>
          <a:endParaRPr lang="ko-KR" altLang="en-US" dirty="0"/>
        </a:p>
      </dgm:t>
    </dgm:pt>
    <dgm:pt modelId="{3FDBD81D-3A2E-4178-AFF2-8D4BA4CDC5B3}" type="parTrans" cxnId="{DB30471D-AA09-497E-B947-F421B30EB692}">
      <dgm:prSet/>
      <dgm:spPr/>
      <dgm:t>
        <a:bodyPr/>
        <a:lstStyle/>
        <a:p>
          <a:pPr latinLnBrk="1"/>
          <a:endParaRPr lang="ko-KR" altLang="en-US"/>
        </a:p>
      </dgm:t>
    </dgm:pt>
    <dgm:pt modelId="{8634B326-91A3-4DBC-9832-087C2FF802E9}" type="sibTrans" cxnId="{DB30471D-AA09-497E-B947-F421B30EB692}">
      <dgm:prSet/>
      <dgm:spPr/>
      <dgm:t>
        <a:bodyPr/>
        <a:lstStyle/>
        <a:p>
          <a:pPr latinLnBrk="1"/>
          <a:endParaRPr lang="ko-KR" altLang="en-US"/>
        </a:p>
      </dgm:t>
    </dgm:pt>
    <dgm:pt modelId="{75D0177F-DD9E-4BDF-9FB3-433CD8AC95BF}" type="pres">
      <dgm:prSet presAssocID="{7B1FF1CE-349B-4642-B988-1907C44C18FA}" presName="theList" presStyleCnt="0">
        <dgm:presLayoutVars>
          <dgm:dir/>
          <dgm:animLvl val="lvl"/>
          <dgm:resizeHandles val="exact"/>
        </dgm:presLayoutVars>
      </dgm:prSet>
      <dgm:spPr/>
    </dgm:pt>
    <dgm:pt modelId="{E2F36C0B-F85A-4EE2-96F9-637827544C58}" type="pres">
      <dgm:prSet presAssocID="{3AEF1D4B-E269-419A-89E9-7C6B5710E749}" presName="compNode" presStyleCnt="0"/>
      <dgm:spPr/>
    </dgm:pt>
    <dgm:pt modelId="{773945C4-D5D0-489E-8189-37F540BC2321}" type="pres">
      <dgm:prSet presAssocID="{3AEF1D4B-E269-419A-89E9-7C6B5710E749}" presName="aNode" presStyleLbl="bgShp" presStyleIdx="0" presStyleCnt="5"/>
      <dgm:spPr/>
    </dgm:pt>
    <dgm:pt modelId="{E4B4507E-5C58-4FEF-9DBF-A2ADB01A6175}" type="pres">
      <dgm:prSet presAssocID="{3AEF1D4B-E269-419A-89E9-7C6B5710E749}" presName="textNode" presStyleLbl="bgShp" presStyleIdx="0" presStyleCnt="5"/>
      <dgm:spPr/>
    </dgm:pt>
    <dgm:pt modelId="{897BCDE3-4989-4960-9778-D978D8B59E89}" type="pres">
      <dgm:prSet presAssocID="{3AEF1D4B-E269-419A-89E9-7C6B5710E749}" presName="compChildNode" presStyleCnt="0"/>
      <dgm:spPr/>
    </dgm:pt>
    <dgm:pt modelId="{D018413C-EB10-45A3-BEEB-BAF424B8ACD0}" type="pres">
      <dgm:prSet presAssocID="{3AEF1D4B-E269-419A-89E9-7C6B5710E749}" presName="theInnerList" presStyleCnt="0"/>
      <dgm:spPr/>
    </dgm:pt>
    <dgm:pt modelId="{D5105F1E-D4B8-4F15-99A4-079BFA0B01C0}" type="pres">
      <dgm:prSet presAssocID="{278E2E44-8F40-46B2-9DA9-451047A3876E}" presName="childNode" presStyleLbl="node1" presStyleIdx="0" presStyleCnt="55">
        <dgm:presLayoutVars>
          <dgm:bulletEnabled val="1"/>
        </dgm:presLayoutVars>
      </dgm:prSet>
      <dgm:spPr/>
    </dgm:pt>
    <dgm:pt modelId="{4CD26197-BA46-4222-A28F-6A0C3A9FEF09}" type="pres">
      <dgm:prSet presAssocID="{278E2E44-8F40-46B2-9DA9-451047A3876E}" presName="aSpace2" presStyleCnt="0"/>
      <dgm:spPr/>
    </dgm:pt>
    <dgm:pt modelId="{9A2A1694-92B1-4FA4-A2D9-3A51BE501092}" type="pres">
      <dgm:prSet presAssocID="{93487188-B35C-40D9-BF66-799A0A62D4CB}" presName="childNode" presStyleLbl="node1" presStyleIdx="1" presStyleCnt="55">
        <dgm:presLayoutVars>
          <dgm:bulletEnabled val="1"/>
        </dgm:presLayoutVars>
      </dgm:prSet>
      <dgm:spPr/>
    </dgm:pt>
    <dgm:pt modelId="{5D46763C-213C-40C1-A1E7-6CB54821F1D8}" type="pres">
      <dgm:prSet presAssocID="{3AEF1D4B-E269-419A-89E9-7C6B5710E749}" presName="aSpace" presStyleCnt="0"/>
      <dgm:spPr/>
    </dgm:pt>
    <dgm:pt modelId="{139EEACA-7C85-4710-A055-4C42AE2E98D4}" type="pres">
      <dgm:prSet presAssocID="{0A7570C2-1736-466A-B8A0-82622F263821}" presName="compNode" presStyleCnt="0"/>
      <dgm:spPr/>
    </dgm:pt>
    <dgm:pt modelId="{0BB1651A-C6D7-436F-AA1D-D5C38D783873}" type="pres">
      <dgm:prSet presAssocID="{0A7570C2-1736-466A-B8A0-82622F263821}" presName="aNode" presStyleLbl="bgShp" presStyleIdx="1" presStyleCnt="5"/>
      <dgm:spPr/>
    </dgm:pt>
    <dgm:pt modelId="{FBA2F2CF-CCCC-46EE-BE70-E0C2761A4559}" type="pres">
      <dgm:prSet presAssocID="{0A7570C2-1736-466A-B8A0-82622F263821}" presName="textNode" presStyleLbl="bgShp" presStyleIdx="1" presStyleCnt="5"/>
      <dgm:spPr/>
    </dgm:pt>
    <dgm:pt modelId="{A11ADA29-2D6E-4D5B-A306-E68660C84AA0}" type="pres">
      <dgm:prSet presAssocID="{0A7570C2-1736-466A-B8A0-82622F263821}" presName="compChildNode" presStyleCnt="0"/>
      <dgm:spPr/>
    </dgm:pt>
    <dgm:pt modelId="{BA26541A-C4E9-4419-AAAC-8BCA1C7EE70D}" type="pres">
      <dgm:prSet presAssocID="{0A7570C2-1736-466A-B8A0-82622F263821}" presName="theInnerList" presStyleCnt="0"/>
      <dgm:spPr/>
    </dgm:pt>
    <dgm:pt modelId="{ACF02E65-012A-462C-A16E-CDEB39E7479C}" type="pres">
      <dgm:prSet presAssocID="{B1B89810-730F-4340-8215-38740E210671}" presName="childNode" presStyleLbl="node1" presStyleIdx="2" presStyleCnt="55">
        <dgm:presLayoutVars>
          <dgm:bulletEnabled val="1"/>
        </dgm:presLayoutVars>
      </dgm:prSet>
      <dgm:spPr/>
    </dgm:pt>
    <dgm:pt modelId="{417C6698-15F5-44E8-A536-CBEEABB68188}" type="pres">
      <dgm:prSet presAssocID="{B1B89810-730F-4340-8215-38740E210671}" presName="aSpace2" presStyleCnt="0"/>
      <dgm:spPr/>
    </dgm:pt>
    <dgm:pt modelId="{DF1F95AD-7CF8-46B9-9C47-BE9FBCDC3919}" type="pres">
      <dgm:prSet presAssocID="{6F74655F-3363-4719-844A-DF1677C637D7}" presName="childNode" presStyleLbl="node1" presStyleIdx="3" presStyleCnt="55">
        <dgm:presLayoutVars>
          <dgm:bulletEnabled val="1"/>
        </dgm:presLayoutVars>
      </dgm:prSet>
      <dgm:spPr/>
    </dgm:pt>
    <dgm:pt modelId="{7C3720BB-5247-4DFB-B0EA-EE14447821F0}" type="pres">
      <dgm:prSet presAssocID="{0A7570C2-1736-466A-B8A0-82622F263821}" presName="aSpace" presStyleCnt="0"/>
      <dgm:spPr/>
    </dgm:pt>
    <dgm:pt modelId="{2E12CB07-CE06-4D4E-A067-F28BCFAE898E}" type="pres">
      <dgm:prSet presAssocID="{43128349-7D80-469E-BE40-62BAA751C393}" presName="compNode" presStyleCnt="0"/>
      <dgm:spPr/>
    </dgm:pt>
    <dgm:pt modelId="{E7BAA1EF-E5FD-4E9D-8FF3-6D3167B582C8}" type="pres">
      <dgm:prSet presAssocID="{43128349-7D80-469E-BE40-62BAA751C393}" presName="aNode" presStyleLbl="bgShp" presStyleIdx="2" presStyleCnt="5"/>
      <dgm:spPr/>
    </dgm:pt>
    <dgm:pt modelId="{3D345D24-030C-4B32-BC0F-AABA9A84C6D6}" type="pres">
      <dgm:prSet presAssocID="{43128349-7D80-469E-BE40-62BAA751C393}" presName="textNode" presStyleLbl="bgShp" presStyleIdx="2" presStyleCnt="5"/>
      <dgm:spPr/>
    </dgm:pt>
    <dgm:pt modelId="{24010DDB-E041-4846-82D4-A25F41BD116B}" type="pres">
      <dgm:prSet presAssocID="{43128349-7D80-469E-BE40-62BAA751C393}" presName="compChildNode" presStyleCnt="0"/>
      <dgm:spPr/>
    </dgm:pt>
    <dgm:pt modelId="{136F31C6-A5CC-4669-8332-EB53E3FC59D4}" type="pres">
      <dgm:prSet presAssocID="{43128349-7D80-469E-BE40-62BAA751C393}" presName="theInnerList" presStyleCnt="0"/>
      <dgm:spPr/>
    </dgm:pt>
    <dgm:pt modelId="{22915965-1C7A-4470-AB3C-6FAC8B87E5E4}" type="pres">
      <dgm:prSet presAssocID="{792496F8-22A0-470A-BAFF-9125A0F5F147}" presName="childNode" presStyleLbl="node1" presStyleIdx="4" presStyleCnt="55">
        <dgm:presLayoutVars>
          <dgm:bulletEnabled val="1"/>
        </dgm:presLayoutVars>
      </dgm:prSet>
      <dgm:spPr/>
    </dgm:pt>
    <dgm:pt modelId="{5EB3290C-4ECA-4D58-9C7D-BAE59CA6DB0F}" type="pres">
      <dgm:prSet presAssocID="{792496F8-22A0-470A-BAFF-9125A0F5F147}" presName="aSpace2" presStyleCnt="0"/>
      <dgm:spPr/>
    </dgm:pt>
    <dgm:pt modelId="{C3CE5318-3449-4225-A6E7-5A0E8C6FE693}" type="pres">
      <dgm:prSet presAssocID="{81D601BD-8AFA-47E0-9EEF-A8BB8FF19EF1}" presName="childNode" presStyleLbl="node1" presStyleIdx="5" presStyleCnt="55">
        <dgm:presLayoutVars>
          <dgm:bulletEnabled val="1"/>
        </dgm:presLayoutVars>
      </dgm:prSet>
      <dgm:spPr/>
    </dgm:pt>
    <dgm:pt modelId="{048DF79A-FC94-40E6-917D-8403536FF724}" type="pres">
      <dgm:prSet presAssocID="{81D601BD-8AFA-47E0-9EEF-A8BB8FF19EF1}" presName="aSpace2" presStyleCnt="0"/>
      <dgm:spPr/>
    </dgm:pt>
    <dgm:pt modelId="{1F1BB047-AC94-405A-B07E-BFE764524FC1}" type="pres">
      <dgm:prSet presAssocID="{8A2EDF38-7417-4C06-940D-0990592EE52E}" presName="childNode" presStyleLbl="node1" presStyleIdx="6" presStyleCnt="55">
        <dgm:presLayoutVars>
          <dgm:bulletEnabled val="1"/>
        </dgm:presLayoutVars>
      </dgm:prSet>
      <dgm:spPr/>
    </dgm:pt>
    <dgm:pt modelId="{367DF30E-86CC-4DFB-8617-9AB1BFD72A6A}" type="pres">
      <dgm:prSet presAssocID="{8A2EDF38-7417-4C06-940D-0990592EE52E}" presName="aSpace2" presStyleCnt="0"/>
      <dgm:spPr/>
    </dgm:pt>
    <dgm:pt modelId="{97183CC4-78EA-4D75-B7F2-1A4C5E852F10}" type="pres">
      <dgm:prSet presAssocID="{DBF90052-15BA-4A0E-A1F5-079966742CC5}" presName="childNode" presStyleLbl="node1" presStyleIdx="7" presStyleCnt="55">
        <dgm:presLayoutVars>
          <dgm:bulletEnabled val="1"/>
        </dgm:presLayoutVars>
      </dgm:prSet>
      <dgm:spPr/>
    </dgm:pt>
    <dgm:pt modelId="{FB6E1ECE-7483-4F82-86E5-0183CB8CDB15}" type="pres">
      <dgm:prSet presAssocID="{43128349-7D80-469E-BE40-62BAA751C393}" presName="aSpace" presStyleCnt="0"/>
      <dgm:spPr/>
    </dgm:pt>
    <dgm:pt modelId="{D66CDE5E-D4D7-48EF-B819-E374081D02D1}" type="pres">
      <dgm:prSet presAssocID="{3B54D843-9AE4-4407-B0EA-1A0A4D2C7FB9}" presName="compNode" presStyleCnt="0"/>
      <dgm:spPr/>
    </dgm:pt>
    <dgm:pt modelId="{D332C266-A985-4982-A968-C833F1799680}" type="pres">
      <dgm:prSet presAssocID="{3B54D843-9AE4-4407-B0EA-1A0A4D2C7FB9}" presName="aNode" presStyleLbl="bgShp" presStyleIdx="3" presStyleCnt="5"/>
      <dgm:spPr/>
    </dgm:pt>
    <dgm:pt modelId="{00A3026D-4DFE-444D-AACE-2BCC18FE8B1E}" type="pres">
      <dgm:prSet presAssocID="{3B54D843-9AE4-4407-B0EA-1A0A4D2C7FB9}" presName="textNode" presStyleLbl="bgShp" presStyleIdx="3" presStyleCnt="5"/>
      <dgm:spPr/>
    </dgm:pt>
    <dgm:pt modelId="{2B143390-6B44-4689-A016-FF9E34ECFC08}" type="pres">
      <dgm:prSet presAssocID="{3B54D843-9AE4-4407-B0EA-1A0A4D2C7FB9}" presName="compChildNode" presStyleCnt="0"/>
      <dgm:spPr/>
    </dgm:pt>
    <dgm:pt modelId="{C796E211-FC83-417E-A1CB-01F3A325BB6B}" type="pres">
      <dgm:prSet presAssocID="{3B54D843-9AE4-4407-B0EA-1A0A4D2C7FB9}" presName="theInnerList" presStyleCnt="0"/>
      <dgm:spPr/>
    </dgm:pt>
    <dgm:pt modelId="{C683647D-A4A9-4EC4-8CD5-B3FFF4255E1A}" type="pres">
      <dgm:prSet presAssocID="{15433FE5-B2C9-4B23-BDD8-FACA0F056FB4}" presName="childNode" presStyleLbl="node1" presStyleIdx="8" presStyleCnt="55">
        <dgm:presLayoutVars>
          <dgm:bulletEnabled val="1"/>
        </dgm:presLayoutVars>
      </dgm:prSet>
      <dgm:spPr/>
    </dgm:pt>
    <dgm:pt modelId="{40ABCD59-51C8-436B-B83E-5F378013E073}" type="pres">
      <dgm:prSet presAssocID="{15433FE5-B2C9-4B23-BDD8-FACA0F056FB4}" presName="aSpace2" presStyleCnt="0"/>
      <dgm:spPr/>
    </dgm:pt>
    <dgm:pt modelId="{35D0F40C-940E-4CEA-913C-F83985336973}" type="pres">
      <dgm:prSet presAssocID="{0852E862-BBD3-49B8-957B-0D61D7B80DDD}" presName="childNode" presStyleLbl="node1" presStyleIdx="9" presStyleCnt="55">
        <dgm:presLayoutVars>
          <dgm:bulletEnabled val="1"/>
        </dgm:presLayoutVars>
      </dgm:prSet>
      <dgm:spPr/>
    </dgm:pt>
    <dgm:pt modelId="{2EF1E113-BEBC-4563-91C2-C0DC3D26FFC6}" type="pres">
      <dgm:prSet presAssocID="{0852E862-BBD3-49B8-957B-0D61D7B80DDD}" presName="aSpace2" presStyleCnt="0"/>
      <dgm:spPr/>
    </dgm:pt>
    <dgm:pt modelId="{ED7C8AB9-64B1-4793-B24D-84DD51E43854}" type="pres">
      <dgm:prSet presAssocID="{74DCA4C6-5436-40CB-A964-4AF960004B4B}" presName="childNode" presStyleLbl="node1" presStyleIdx="10" presStyleCnt="55">
        <dgm:presLayoutVars>
          <dgm:bulletEnabled val="1"/>
        </dgm:presLayoutVars>
      </dgm:prSet>
      <dgm:spPr/>
    </dgm:pt>
    <dgm:pt modelId="{FB575CFA-D1C2-4EEA-A3D8-4BAE03B0489A}" type="pres">
      <dgm:prSet presAssocID="{74DCA4C6-5436-40CB-A964-4AF960004B4B}" presName="aSpace2" presStyleCnt="0"/>
      <dgm:spPr/>
    </dgm:pt>
    <dgm:pt modelId="{2957D98F-16B2-4EEE-8E45-973089CD6059}" type="pres">
      <dgm:prSet presAssocID="{2CDC230E-0EBD-4896-B2A1-40F5838375DB}" presName="childNode" presStyleLbl="node1" presStyleIdx="11" presStyleCnt="55">
        <dgm:presLayoutVars>
          <dgm:bulletEnabled val="1"/>
        </dgm:presLayoutVars>
      </dgm:prSet>
      <dgm:spPr/>
    </dgm:pt>
    <dgm:pt modelId="{BFDD47B2-01AF-44AE-9CFF-D2BFCBE0833B}" type="pres">
      <dgm:prSet presAssocID="{2CDC230E-0EBD-4896-B2A1-40F5838375DB}" presName="aSpace2" presStyleCnt="0"/>
      <dgm:spPr/>
    </dgm:pt>
    <dgm:pt modelId="{283C4393-9892-46C3-B025-B0E2835EEE31}" type="pres">
      <dgm:prSet presAssocID="{18E7488F-6B24-4E2F-87C2-1E9AB94486BD}" presName="childNode" presStyleLbl="node1" presStyleIdx="12" presStyleCnt="55">
        <dgm:presLayoutVars>
          <dgm:bulletEnabled val="1"/>
        </dgm:presLayoutVars>
      </dgm:prSet>
      <dgm:spPr/>
    </dgm:pt>
    <dgm:pt modelId="{676F4150-69F4-4F3B-AE63-7228047089CA}" type="pres">
      <dgm:prSet presAssocID="{18E7488F-6B24-4E2F-87C2-1E9AB94486BD}" presName="aSpace2" presStyleCnt="0"/>
      <dgm:spPr/>
    </dgm:pt>
    <dgm:pt modelId="{3D9C314C-ACE6-47A5-BC49-C826EE30D4E6}" type="pres">
      <dgm:prSet presAssocID="{ACFA1FA2-C89F-406D-9760-CC45880DDB4C}" presName="childNode" presStyleLbl="node1" presStyleIdx="13" presStyleCnt="55">
        <dgm:presLayoutVars>
          <dgm:bulletEnabled val="1"/>
        </dgm:presLayoutVars>
      </dgm:prSet>
      <dgm:spPr/>
    </dgm:pt>
    <dgm:pt modelId="{CD1A0DC3-14D9-40D4-AFEC-F568DCAE7073}" type="pres">
      <dgm:prSet presAssocID="{ACFA1FA2-C89F-406D-9760-CC45880DDB4C}" presName="aSpace2" presStyleCnt="0"/>
      <dgm:spPr/>
    </dgm:pt>
    <dgm:pt modelId="{1F7AF34E-D283-4E0E-AE9C-7F3306BCC4CD}" type="pres">
      <dgm:prSet presAssocID="{70FCA476-2AAD-4F66-80C2-439D60A7E726}" presName="childNode" presStyleLbl="node1" presStyleIdx="14" presStyleCnt="55">
        <dgm:presLayoutVars>
          <dgm:bulletEnabled val="1"/>
        </dgm:presLayoutVars>
      </dgm:prSet>
      <dgm:spPr/>
    </dgm:pt>
    <dgm:pt modelId="{66EF2810-5D90-4DB4-8687-2463DE26C4B4}" type="pres">
      <dgm:prSet presAssocID="{70FCA476-2AAD-4F66-80C2-439D60A7E726}" presName="aSpace2" presStyleCnt="0"/>
      <dgm:spPr/>
    </dgm:pt>
    <dgm:pt modelId="{D237160A-4E4E-4D20-82F6-CA88B3D30EE9}" type="pres">
      <dgm:prSet presAssocID="{BD9CB56F-0EDB-4964-995E-A783096EE4D3}" presName="childNode" presStyleLbl="node1" presStyleIdx="15" presStyleCnt="55">
        <dgm:presLayoutVars>
          <dgm:bulletEnabled val="1"/>
        </dgm:presLayoutVars>
      </dgm:prSet>
      <dgm:spPr/>
    </dgm:pt>
    <dgm:pt modelId="{91724DAA-3025-4DE4-A0BA-113FBC694D29}" type="pres">
      <dgm:prSet presAssocID="{BD9CB56F-0EDB-4964-995E-A783096EE4D3}" presName="aSpace2" presStyleCnt="0"/>
      <dgm:spPr/>
    </dgm:pt>
    <dgm:pt modelId="{208EE716-0049-4A11-B69E-B94EAB21B181}" type="pres">
      <dgm:prSet presAssocID="{4A4DE368-662E-4E75-A4FD-435AFBEEECB2}" presName="childNode" presStyleLbl="node1" presStyleIdx="16" presStyleCnt="55">
        <dgm:presLayoutVars>
          <dgm:bulletEnabled val="1"/>
        </dgm:presLayoutVars>
      </dgm:prSet>
      <dgm:spPr/>
    </dgm:pt>
    <dgm:pt modelId="{F20DFB5C-A84E-46A7-9CBC-72B02065CB5F}" type="pres">
      <dgm:prSet presAssocID="{4A4DE368-662E-4E75-A4FD-435AFBEEECB2}" presName="aSpace2" presStyleCnt="0"/>
      <dgm:spPr/>
    </dgm:pt>
    <dgm:pt modelId="{E172BAA7-400A-42CA-A379-9818386EE8A0}" type="pres">
      <dgm:prSet presAssocID="{2865D0BE-5030-40AD-B7CB-9600CD644BC4}" presName="childNode" presStyleLbl="node1" presStyleIdx="17" presStyleCnt="55">
        <dgm:presLayoutVars>
          <dgm:bulletEnabled val="1"/>
        </dgm:presLayoutVars>
      </dgm:prSet>
      <dgm:spPr/>
    </dgm:pt>
    <dgm:pt modelId="{5E374520-6CB2-4ED3-95CD-4F98A9263949}" type="pres">
      <dgm:prSet presAssocID="{2865D0BE-5030-40AD-B7CB-9600CD644BC4}" presName="aSpace2" presStyleCnt="0"/>
      <dgm:spPr/>
    </dgm:pt>
    <dgm:pt modelId="{9CF22882-A250-47C3-8E72-E0360B360BCC}" type="pres">
      <dgm:prSet presAssocID="{46607080-84C1-40BC-893F-375F48328858}" presName="childNode" presStyleLbl="node1" presStyleIdx="18" presStyleCnt="55">
        <dgm:presLayoutVars>
          <dgm:bulletEnabled val="1"/>
        </dgm:presLayoutVars>
      </dgm:prSet>
      <dgm:spPr/>
    </dgm:pt>
    <dgm:pt modelId="{FA8CB026-4006-4E61-986A-7834F57EDF68}" type="pres">
      <dgm:prSet presAssocID="{46607080-84C1-40BC-893F-375F48328858}" presName="aSpace2" presStyleCnt="0"/>
      <dgm:spPr/>
    </dgm:pt>
    <dgm:pt modelId="{83136760-A65D-4316-8386-07D88094905D}" type="pres">
      <dgm:prSet presAssocID="{54E95103-F7EF-4C29-AF56-F2C0D29CD630}" presName="childNode" presStyleLbl="node1" presStyleIdx="19" presStyleCnt="55">
        <dgm:presLayoutVars>
          <dgm:bulletEnabled val="1"/>
        </dgm:presLayoutVars>
      </dgm:prSet>
      <dgm:spPr/>
    </dgm:pt>
    <dgm:pt modelId="{84F29769-8647-47DB-BCEE-89D6894EB407}" type="pres">
      <dgm:prSet presAssocID="{54E95103-F7EF-4C29-AF56-F2C0D29CD630}" presName="aSpace2" presStyleCnt="0"/>
      <dgm:spPr/>
    </dgm:pt>
    <dgm:pt modelId="{83538F08-2FC9-4D50-A2BA-119F3281BD29}" type="pres">
      <dgm:prSet presAssocID="{E64FAE83-7A32-45EB-8778-BA5A61F0CDE0}" presName="childNode" presStyleLbl="node1" presStyleIdx="20" presStyleCnt="55">
        <dgm:presLayoutVars>
          <dgm:bulletEnabled val="1"/>
        </dgm:presLayoutVars>
      </dgm:prSet>
      <dgm:spPr/>
    </dgm:pt>
    <dgm:pt modelId="{E5901858-682F-4760-8919-3BC0AEAA2EF6}" type="pres">
      <dgm:prSet presAssocID="{E64FAE83-7A32-45EB-8778-BA5A61F0CDE0}" presName="aSpace2" presStyleCnt="0"/>
      <dgm:spPr/>
    </dgm:pt>
    <dgm:pt modelId="{A536142C-5002-432C-8BF4-E2BBFB1A0A92}" type="pres">
      <dgm:prSet presAssocID="{11BDF919-9DB8-42B1-B487-6C14FC64BC3F}" presName="childNode" presStyleLbl="node1" presStyleIdx="21" presStyleCnt="55">
        <dgm:presLayoutVars>
          <dgm:bulletEnabled val="1"/>
        </dgm:presLayoutVars>
      </dgm:prSet>
      <dgm:spPr/>
    </dgm:pt>
    <dgm:pt modelId="{A83C2CD6-7A8A-4BDE-B570-F9AA5F018804}" type="pres">
      <dgm:prSet presAssocID="{11BDF919-9DB8-42B1-B487-6C14FC64BC3F}" presName="aSpace2" presStyleCnt="0"/>
      <dgm:spPr/>
    </dgm:pt>
    <dgm:pt modelId="{D46BDA29-8F8E-4E4A-AF3B-AF5C914C4E9F}" type="pres">
      <dgm:prSet presAssocID="{6C01E85B-7170-4DBB-BDF2-8FB34E39D410}" presName="childNode" presStyleLbl="node1" presStyleIdx="22" presStyleCnt="55">
        <dgm:presLayoutVars>
          <dgm:bulletEnabled val="1"/>
        </dgm:presLayoutVars>
      </dgm:prSet>
      <dgm:spPr/>
    </dgm:pt>
    <dgm:pt modelId="{3621A404-133C-4E2B-86E9-A7CB64071152}" type="pres">
      <dgm:prSet presAssocID="{6C01E85B-7170-4DBB-BDF2-8FB34E39D410}" presName="aSpace2" presStyleCnt="0"/>
      <dgm:spPr/>
    </dgm:pt>
    <dgm:pt modelId="{4725E5A0-C633-4441-9340-BEC7D8F8224C}" type="pres">
      <dgm:prSet presAssocID="{FFE25FF4-0D6D-455E-A3AF-87FFB5FE6948}" presName="childNode" presStyleLbl="node1" presStyleIdx="23" presStyleCnt="55">
        <dgm:presLayoutVars>
          <dgm:bulletEnabled val="1"/>
        </dgm:presLayoutVars>
      </dgm:prSet>
      <dgm:spPr/>
    </dgm:pt>
    <dgm:pt modelId="{A02792DC-152A-4B52-ADE4-3DCFE8AF8D67}" type="pres">
      <dgm:prSet presAssocID="{FFE25FF4-0D6D-455E-A3AF-87FFB5FE6948}" presName="aSpace2" presStyleCnt="0"/>
      <dgm:spPr/>
    </dgm:pt>
    <dgm:pt modelId="{93BDBA7F-6788-449C-9EB7-601480CEA5DE}" type="pres">
      <dgm:prSet presAssocID="{1E5F033B-9116-4D7D-B7B6-A1A60916458A}" presName="childNode" presStyleLbl="node1" presStyleIdx="24" presStyleCnt="55">
        <dgm:presLayoutVars>
          <dgm:bulletEnabled val="1"/>
        </dgm:presLayoutVars>
      </dgm:prSet>
      <dgm:spPr/>
    </dgm:pt>
    <dgm:pt modelId="{12E22F36-9251-4872-AB9A-7204072877A2}" type="pres">
      <dgm:prSet presAssocID="{1E5F033B-9116-4D7D-B7B6-A1A60916458A}" presName="aSpace2" presStyleCnt="0"/>
      <dgm:spPr/>
    </dgm:pt>
    <dgm:pt modelId="{289F7F13-97C9-498B-A768-28256864F3DF}" type="pres">
      <dgm:prSet presAssocID="{B9DAF825-97F1-4B5E-87BC-FEC0FA3C25A0}" presName="childNode" presStyleLbl="node1" presStyleIdx="25" presStyleCnt="55">
        <dgm:presLayoutVars>
          <dgm:bulletEnabled val="1"/>
        </dgm:presLayoutVars>
      </dgm:prSet>
      <dgm:spPr/>
    </dgm:pt>
    <dgm:pt modelId="{98C80259-DB62-4407-9E03-043FF34F6D3E}" type="pres">
      <dgm:prSet presAssocID="{B9DAF825-97F1-4B5E-87BC-FEC0FA3C25A0}" presName="aSpace2" presStyleCnt="0"/>
      <dgm:spPr/>
    </dgm:pt>
    <dgm:pt modelId="{FA10D801-6539-4E35-A98F-EDBCC0BCF200}" type="pres">
      <dgm:prSet presAssocID="{975EBC48-1C42-4606-B24B-6A159AC38848}" presName="childNode" presStyleLbl="node1" presStyleIdx="26" presStyleCnt="55">
        <dgm:presLayoutVars>
          <dgm:bulletEnabled val="1"/>
        </dgm:presLayoutVars>
      </dgm:prSet>
      <dgm:spPr/>
    </dgm:pt>
    <dgm:pt modelId="{439DC793-9612-47FE-960F-EAFB16540D27}" type="pres">
      <dgm:prSet presAssocID="{975EBC48-1C42-4606-B24B-6A159AC38848}" presName="aSpace2" presStyleCnt="0"/>
      <dgm:spPr/>
    </dgm:pt>
    <dgm:pt modelId="{2E2D60F4-DDA1-4223-8A1A-2A3BE3B1C947}" type="pres">
      <dgm:prSet presAssocID="{87021C77-C00E-4255-A9F9-3287374681E2}" presName="childNode" presStyleLbl="node1" presStyleIdx="27" presStyleCnt="55">
        <dgm:presLayoutVars>
          <dgm:bulletEnabled val="1"/>
        </dgm:presLayoutVars>
      </dgm:prSet>
      <dgm:spPr/>
    </dgm:pt>
    <dgm:pt modelId="{4017FEAC-1F95-4D31-8DD1-A30A586B6126}" type="pres">
      <dgm:prSet presAssocID="{3B54D843-9AE4-4407-B0EA-1A0A4D2C7FB9}" presName="aSpace" presStyleCnt="0"/>
      <dgm:spPr/>
    </dgm:pt>
    <dgm:pt modelId="{E1A8FAE5-2618-4FD2-B0FA-70B18738CB87}" type="pres">
      <dgm:prSet presAssocID="{A5FFA68C-79E5-46CB-84DA-4E23D061A138}" presName="compNode" presStyleCnt="0"/>
      <dgm:spPr/>
    </dgm:pt>
    <dgm:pt modelId="{6F988203-D19A-438B-B31C-9302D6F40BA9}" type="pres">
      <dgm:prSet presAssocID="{A5FFA68C-79E5-46CB-84DA-4E23D061A138}" presName="aNode" presStyleLbl="bgShp" presStyleIdx="4" presStyleCnt="5"/>
      <dgm:spPr/>
    </dgm:pt>
    <dgm:pt modelId="{B694E0EB-D142-4370-81FD-11C1E32F9E06}" type="pres">
      <dgm:prSet presAssocID="{A5FFA68C-79E5-46CB-84DA-4E23D061A138}" presName="textNode" presStyleLbl="bgShp" presStyleIdx="4" presStyleCnt="5"/>
      <dgm:spPr/>
    </dgm:pt>
    <dgm:pt modelId="{DF41E437-E2F1-47D1-BFC2-66C76591875A}" type="pres">
      <dgm:prSet presAssocID="{A5FFA68C-79E5-46CB-84DA-4E23D061A138}" presName="compChildNode" presStyleCnt="0"/>
      <dgm:spPr/>
    </dgm:pt>
    <dgm:pt modelId="{6346996D-AB48-474A-9378-84349CE6F9EF}" type="pres">
      <dgm:prSet presAssocID="{A5FFA68C-79E5-46CB-84DA-4E23D061A138}" presName="theInnerList" presStyleCnt="0"/>
      <dgm:spPr/>
    </dgm:pt>
    <dgm:pt modelId="{C0053E3F-A06E-403D-88F1-8C6F8D57C0F9}" type="pres">
      <dgm:prSet presAssocID="{8452986E-76F9-4C0C-9552-472292211179}" presName="childNode" presStyleLbl="node1" presStyleIdx="28" presStyleCnt="55">
        <dgm:presLayoutVars>
          <dgm:bulletEnabled val="1"/>
        </dgm:presLayoutVars>
      </dgm:prSet>
      <dgm:spPr/>
    </dgm:pt>
    <dgm:pt modelId="{4DE68FEF-90D6-470C-93AA-66CBCC991F37}" type="pres">
      <dgm:prSet presAssocID="{8452986E-76F9-4C0C-9552-472292211179}" presName="aSpace2" presStyleCnt="0"/>
      <dgm:spPr/>
    </dgm:pt>
    <dgm:pt modelId="{5278A07F-1AFE-4D30-8E44-B287488E9888}" type="pres">
      <dgm:prSet presAssocID="{96C04CD4-8E16-4CCE-A944-FC74524170DC}" presName="childNode" presStyleLbl="node1" presStyleIdx="29" presStyleCnt="55">
        <dgm:presLayoutVars>
          <dgm:bulletEnabled val="1"/>
        </dgm:presLayoutVars>
      </dgm:prSet>
      <dgm:spPr/>
    </dgm:pt>
    <dgm:pt modelId="{09511F81-3B8F-47E9-B5CE-88FF013CDEBB}" type="pres">
      <dgm:prSet presAssocID="{96C04CD4-8E16-4CCE-A944-FC74524170DC}" presName="aSpace2" presStyleCnt="0"/>
      <dgm:spPr/>
    </dgm:pt>
    <dgm:pt modelId="{F5555863-A396-4206-8FDF-B98B79E1CB89}" type="pres">
      <dgm:prSet presAssocID="{41331F6A-4E90-46B3-AC2E-E16B626418A7}" presName="childNode" presStyleLbl="node1" presStyleIdx="30" presStyleCnt="55">
        <dgm:presLayoutVars>
          <dgm:bulletEnabled val="1"/>
        </dgm:presLayoutVars>
      </dgm:prSet>
      <dgm:spPr/>
    </dgm:pt>
    <dgm:pt modelId="{526890B2-8B1B-4298-9378-2A1189125FEF}" type="pres">
      <dgm:prSet presAssocID="{41331F6A-4E90-46B3-AC2E-E16B626418A7}" presName="aSpace2" presStyleCnt="0"/>
      <dgm:spPr/>
    </dgm:pt>
    <dgm:pt modelId="{31F4FDF4-BFB4-4ACF-848D-68E267249EDE}" type="pres">
      <dgm:prSet presAssocID="{FD7EC332-A8A3-4C15-B8EE-91584E8C6840}" presName="childNode" presStyleLbl="node1" presStyleIdx="31" presStyleCnt="55">
        <dgm:presLayoutVars>
          <dgm:bulletEnabled val="1"/>
        </dgm:presLayoutVars>
      </dgm:prSet>
      <dgm:spPr/>
    </dgm:pt>
    <dgm:pt modelId="{33FA26F1-4754-4D9D-B5ED-22F5B1D8231A}" type="pres">
      <dgm:prSet presAssocID="{FD7EC332-A8A3-4C15-B8EE-91584E8C6840}" presName="aSpace2" presStyleCnt="0"/>
      <dgm:spPr/>
    </dgm:pt>
    <dgm:pt modelId="{73977BA9-46C0-486A-B2F5-C9A0CD6DFAFA}" type="pres">
      <dgm:prSet presAssocID="{72E3D635-5136-4372-BFC3-A65B7C108CC2}" presName="childNode" presStyleLbl="node1" presStyleIdx="32" presStyleCnt="55">
        <dgm:presLayoutVars>
          <dgm:bulletEnabled val="1"/>
        </dgm:presLayoutVars>
      </dgm:prSet>
      <dgm:spPr/>
    </dgm:pt>
    <dgm:pt modelId="{7007BE86-1FFA-4C97-B5FE-A08C6217FA12}" type="pres">
      <dgm:prSet presAssocID="{72E3D635-5136-4372-BFC3-A65B7C108CC2}" presName="aSpace2" presStyleCnt="0"/>
      <dgm:spPr/>
    </dgm:pt>
    <dgm:pt modelId="{14900F49-6862-4A4A-A1EE-CEEC8AB2C2D3}" type="pres">
      <dgm:prSet presAssocID="{810BBF83-FC5D-4B16-977A-B12F1699D210}" presName="childNode" presStyleLbl="node1" presStyleIdx="33" presStyleCnt="55">
        <dgm:presLayoutVars>
          <dgm:bulletEnabled val="1"/>
        </dgm:presLayoutVars>
      </dgm:prSet>
      <dgm:spPr/>
    </dgm:pt>
    <dgm:pt modelId="{B8C87C1A-4AC3-4A0E-814C-9CEC5E6ECF31}" type="pres">
      <dgm:prSet presAssocID="{810BBF83-FC5D-4B16-977A-B12F1699D210}" presName="aSpace2" presStyleCnt="0"/>
      <dgm:spPr/>
    </dgm:pt>
    <dgm:pt modelId="{58675393-7CFC-4778-BC2E-33A9F905CB63}" type="pres">
      <dgm:prSet presAssocID="{CBEB0262-62AF-4C6C-AD10-D9FD754B3681}" presName="childNode" presStyleLbl="node1" presStyleIdx="34" presStyleCnt="55">
        <dgm:presLayoutVars>
          <dgm:bulletEnabled val="1"/>
        </dgm:presLayoutVars>
      </dgm:prSet>
      <dgm:spPr/>
    </dgm:pt>
    <dgm:pt modelId="{32D50720-03F4-40EE-9368-4A4D62374ECA}" type="pres">
      <dgm:prSet presAssocID="{CBEB0262-62AF-4C6C-AD10-D9FD754B3681}" presName="aSpace2" presStyleCnt="0"/>
      <dgm:spPr/>
    </dgm:pt>
    <dgm:pt modelId="{5923B110-F348-450F-BF14-63324C82DB74}" type="pres">
      <dgm:prSet presAssocID="{94E3BFDB-102B-46F1-8618-82C60C6E186E}" presName="childNode" presStyleLbl="node1" presStyleIdx="35" presStyleCnt="55">
        <dgm:presLayoutVars>
          <dgm:bulletEnabled val="1"/>
        </dgm:presLayoutVars>
      </dgm:prSet>
      <dgm:spPr/>
    </dgm:pt>
    <dgm:pt modelId="{2B76411D-A197-4F47-B031-B19F8D68D67A}" type="pres">
      <dgm:prSet presAssocID="{94E3BFDB-102B-46F1-8618-82C60C6E186E}" presName="aSpace2" presStyleCnt="0"/>
      <dgm:spPr/>
    </dgm:pt>
    <dgm:pt modelId="{DC6C63A6-EA35-40BA-A5D2-5DBBAC57C405}" type="pres">
      <dgm:prSet presAssocID="{F9571548-72F5-4641-9B4F-CFCBC1DC08C4}" presName="childNode" presStyleLbl="node1" presStyleIdx="36" presStyleCnt="55">
        <dgm:presLayoutVars>
          <dgm:bulletEnabled val="1"/>
        </dgm:presLayoutVars>
      </dgm:prSet>
      <dgm:spPr/>
    </dgm:pt>
    <dgm:pt modelId="{FADEC6C3-D3E9-465D-9A31-284371CFD9B8}" type="pres">
      <dgm:prSet presAssocID="{F9571548-72F5-4641-9B4F-CFCBC1DC08C4}" presName="aSpace2" presStyleCnt="0"/>
      <dgm:spPr/>
    </dgm:pt>
    <dgm:pt modelId="{3DDB0BA3-E9A3-4337-A091-7C252DFD352E}" type="pres">
      <dgm:prSet presAssocID="{97830452-8774-4871-A3D0-7495CD703681}" presName="childNode" presStyleLbl="node1" presStyleIdx="37" presStyleCnt="55" custLinFactY="-200000" custLinFactNeighborY="-240230">
        <dgm:presLayoutVars>
          <dgm:bulletEnabled val="1"/>
        </dgm:presLayoutVars>
      </dgm:prSet>
      <dgm:spPr/>
    </dgm:pt>
    <dgm:pt modelId="{5D405409-4EE7-46C1-B652-0BC7123E8312}" type="pres">
      <dgm:prSet presAssocID="{97830452-8774-4871-A3D0-7495CD703681}" presName="aSpace2" presStyleCnt="0"/>
      <dgm:spPr/>
    </dgm:pt>
    <dgm:pt modelId="{87F19FAA-6232-46BC-9D2F-E4BE1057B808}" type="pres">
      <dgm:prSet presAssocID="{C4A413EA-DC47-44B7-88C3-8480D0136D1C}" presName="childNode" presStyleLbl="node1" presStyleIdx="38" presStyleCnt="55" custLinFactY="-420083" custLinFactNeighborY="-500000">
        <dgm:presLayoutVars>
          <dgm:bulletEnabled val="1"/>
        </dgm:presLayoutVars>
      </dgm:prSet>
      <dgm:spPr/>
    </dgm:pt>
    <dgm:pt modelId="{15EE337D-8DAA-42F3-8D0D-62190A70BACB}" type="pres">
      <dgm:prSet presAssocID="{C4A413EA-DC47-44B7-88C3-8480D0136D1C}" presName="aSpace2" presStyleCnt="0"/>
      <dgm:spPr/>
    </dgm:pt>
    <dgm:pt modelId="{EF739E3B-5C8B-444B-93B2-03A61BA2F1C8}" type="pres">
      <dgm:prSet presAssocID="{911A65A7-594E-414B-A2D6-69017277890D}" presName="childNode" presStyleLbl="node1" presStyleIdx="39" presStyleCnt="55" custLinFactY="-778641" custLinFactNeighborY="-800000">
        <dgm:presLayoutVars>
          <dgm:bulletEnabled val="1"/>
        </dgm:presLayoutVars>
      </dgm:prSet>
      <dgm:spPr/>
    </dgm:pt>
    <dgm:pt modelId="{565C2C9D-A1BF-4647-8F07-54F996E0F6B8}" type="pres">
      <dgm:prSet presAssocID="{911A65A7-594E-414B-A2D6-69017277890D}" presName="aSpace2" presStyleCnt="0"/>
      <dgm:spPr/>
    </dgm:pt>
    <dgm:pt modelId="{66866AE9-00F2-4F79-8905-5A2322762972}" type="pres">
      <dgm:prSet presAssocID="{00934D24-7834-4CBA-B71E-3C542444F2EA}" presName="childNode" presStyleLbl="node1" presStyleIdx="40" presStyleCnt="55" custLinFactY="894546" custLinFactNeighborY="900000">
        <dgm:presLayoutVars>
          <dgm:bulletEnabled val="1"/>
        </dgm:presLayoutVars>
      </dgm:prSet>
      <dgm:spPr/>
    </dgm:pt>
    <dgm:pt modelId="{F469AAF0-5FC5-440C-B3A7-73BDA8494D14}" type="pres">
      <dgm:prSet presAssocID="{00934D24-7834-4CBA-B71E-3C542444F2EA}" presName="aSpace2" presStyleCnt="0"/>
      <dgm:spPr/>
    </dgm:pt>
    <dgm:pt modelId="{14D35572-6432-4C37-9B2F-BD30303F1497}" type="pres">
      <dgm:prSet presAssocID="{2E2FAFAC-0820-4455-BFFB-9C95AE2DD258}" presName="childNode" presStyleLbl="node1" presStyleIdx="41" presStyleCnt="55" custLinFactY="397273" custLinFactNeighborY="400000">
        <dgm:presLayoutVars>
          <dgm:bulletEnabled val="1"/>
        </dgm:presLayoutVars>
      </dgm:prSet>
      <dgm:spPr/>
    </dgm:pt>
    <dgm:pt modelId="{9BDF574A-7915-436D-9D83-D0C98727EFF7}" type="pres">
      <dgm:prSet presAssocID="{2E2FAFAC-0820-4455-BFFB-9C95AE2DD258}" presName="aSpace2" presStyleCnt="0"/>
      <dgm:spPr/>
    </dgm:pt>
    <dgm:pt modelId="{D6A3818A-E3EA-4F6A-AB65-B285265105AD}" type="pres">
      <dgm:prSet presAssocID="{1C4B2FCA-ECCA-4A0A-BE7A-BB52279911A8}" presName="childNode" presStyleLbl="node1" presStyleIdx="42" presStyleCnt="55" custLinFactY="540446" custLinFactNeighborY="600000">
        <dgm:presLayoutVars>
          <dgm:bulletEnabled val="1"/>
        </dgm:presLayoutVars>
      </dgm:prSet>
      <dgm:spPr/>
    </dgm:pt>
    <dgm:pt modelId="{DB1DD6BA-0D8C-4A21-9B01-A5B6D11043A6}" type="pres">
      <dgm:prSet presAssocID="{1C4B2FCA-ECCA-4A0A-BE7A-BB52279911A8}" presName="aSpace2" presStyleCnt="0"/>
      <dgm:spPr/>
    </dgm:pt>
    <dgm:pt modelId="{03720ECB-B4A2-4006-9483-4C53E7F70ED7}" type="pres">
      <dgm:prSet presAssocID="{3EAA0370-4EC0-4C77-A047-7453BC3F78A0}" presName="childNode" presStyleLbl="node1" presStyleIdx="43" presStyleCnt="55" custLinFactY="440444" custLinFactNeighborY="500000">
        <dgm:presLayoutVars>
          <dgm:bulletEnabled val="1"/>
        </dgm:presLayoutVars>
      </dgm:prSet>
      <dgm:spPr/>
    </dgm:pt>
    <dgm:pt modelId="{3BE85CB6-E026-466A-A8C5-39461CC07E21}" type="pres">
      <dgm:prSet presAssocID="{3EAA0370-4EC0-4C77-A047-7453BC3F78A0}" presName="aSpace2" presStyleCnt="0"/>
      <dgm:spPr/>
    </dgm:pt>
    <dgm:pt modelId="{AEC114FD-1800-46A0-877A-6AAF9435CBDA}" type="pres">
      <dgm:prSet presAssocID="{D8E6E5FA-BDAA-4AEE-BFD9-50F03DD2DF33}" presName="childNode" presStyleLbl="node1" presStyleIdx="44" presStyleCnt="55">
        <dgm:presLayoutVars>
          <dgm:bulletEnabled val="1"/>
        </dgm:presLayoutVars>
      </dgm:prSet>
      <dgm:spPr/>
    </dgm:pt>
    <dgm:pt modelId="{F3A5F035-C965-40BD-94A1-F1928B341299}" type="pres">
      <dgm:prSet presAssocID="{D8E6E5FA-BDAA-4AEE-BFD9-50F03DD2DF33}" presName="aSpace2" presStyleCnt="0"/>
      <dgm:spPr/>
    </dgm:pt>
    <dgm:pt modelId="{BA7BE09E-90C3-4620-97CF-57BE8DC7B1EA}" type="pres">
      <dgm:prSet presAssocID="{E2370E96-DC58-449D-AF21-2365D0DE7F3F}" presName="childNode" presStyleLbl="node1" presStyleIdx="45" presStyleCnt="55">
        <dgm:presLayoutVars>
          <dgm:bulletEnabled val="1"/>
        </dgm:presLayoutVars>
      </dgm:prSet>
      <dgm:spPr/>
    </dgm:pt>
    <dgm:pt modelId="{820E5FC5-0F74-471C-A3C3-7774A650EC9F}" type="pres">
      <dgm:prSet presAssocID="{E2370E96-DC58-449D-AF21-2365D0DE7F3F}" presName="aSpace2" presStyleCnt="0"/>
      <dgm:spPr/>
    </dgm:pt>
    <dgm:pt modelId="{2C35BFDA-5DCA-4D77-98DD-67C04C0AD080}" type="pres">
      <dgm:prSet presAssocID="{C4C7700F-97E3-462B-B2AC-8FBC49EE0400}" presName="childNode" presStyleLbl="node1" presStyleIdx="46" presStyleCnt="55">
        <dgm:presLayoutVars>
          <dgm:bulletEnabled val="1"/>
        </dgm:presLayoutVars>
      </dgm:prSet>
      <dgm:spPr/>
    </dgm:pt>
    <dgm:pt modelId="{55CFD0E6-059A-4666-916C-4E2B6474E2CC}" type="pres">
      <dgm:prSet presAssocID="{C4C7700F-97E3-462B-B2AC-8FBC49EE0400}" presName="aSpace2" presStyleCnt="0"/>
      <dgm:spPr/>
    </dgm:pt>
    <dgm:pt modelId="{FD3DA154-27BA-4907-83CB-B12DD18D9E89}" type="pres">
      <dgm:prSet presAssocID="{A29FFCEA-BD23-46A4-835D-BCA08FE8C0E6}" presName="childNode" presStyleLbl="node1" presStyleIdx="47" presStyleCnt="55">
        <dgm:presLayoutVars>
          <dgm:bulletEnabled val="1"/>
        </dgm:presLayoutVars>
      </dgm:prSet>
      <dgm:spPr/>
    </dgm:pt>
    <dgm:pt modelId="{55EA4D99-0635-49FA-B325-6B4B38C1F37E}" type="pres">
      <dgm:prSet presAssocID="{A29FFCEA-BD23-46A4-835D-BCA08FE8C0E6}" presName="aSpace2" presStyleCnt="0"/>
      <dgm:spPr/>
    </dgm:pt>
    <dgm:pt modelId="{71229484-D72D-40F0-A19B-D23F85C931D0}" type="pres">
      <dgm:prSet presAssocID="{3A98146D-C699-411B-A3DF-808DC90B069F}" presName="childNode" presStyleLbl="node1" presStyleIdx="48" presStyleCnt="55">
        <dgm:presLayoutVars>
          <dgm:bulletEnabled val="1"/>
        </dgm:presLayoutVars>
      </dgm:prSet>
      <dgm:spPr/>
    </dgm:pt>
    <dgm:pt modelId="{A2135B19-DCBA-42E5-A60F-12C2CBCDD6E5}" type="pres">
      <dgm:prSet presAssocID="{3A98146D-C699-411B-A3DF-808DC90B069F}" presName="aSpace2" presStyleCnt="0"/>
      <dgm:spPr/>
    </dgm:pt>
    <dgm:pt modelId="{448BC416-9644-40F2-B18F-E3FC860AC5E7}" type="pres">
      <dgm:prSet presAssocID="{7DB697BB-23E0-497C-9833-CAC9679E334B}" presName="childNode" presStyleLbl="node1" presStyleIdx="49" presStyleCnt="55">
        <dgm:presLayoutVars>
          <dgm:bulletEnabled val="1"/>
        </dgm:presLayoutVars>
      </dgm:prSet>
      <dgm:spPr/>
    </dgm:pt>
    <dgm:pt modelId="{53118F1F-A4AC-433F-92D1-5274611DF076}" type="pres">
      <dgm:prSet presAssocID="{7DB697BB-23E0-497C-9833-CAC9679E334B}" presName="aSpace2" presStyleCnt="0"/>
      <dgm:spPr/>
    </dgm:pt>
    <dgm:pt modelId="{41885862-9852-45D1-B222-B789BEAB0E44}" type="pres">
      <dgm:prSet presAssocID="{3AE83DF2-0B8D-4227-957C-585118A426CE}" presName="childNode" presStyleLbl="node1" presStyleIdx="50" presStyleCnt="55">
        <dgm:presLayoutVars>
          <dgm:bulletEnabled val="1"/>
        </dgm:presLayoutVars>
      </dgm:prSet>
      <dgm:spPr/>
    </dgm:pt>
    <dgm:pt modelId="{E07A430B-FA20-4D60-B429-2A83F0F1FBCD}" type="pres">
      <dgm:prSet presAssocID="{3AE83DF2-0B8D-4227-957C-585118A426CE}" presName="aSpace2" presStyleCnt="0"/>
      <dgm:spPr/>
    </dgm:pt>
    <dgm:pt modelId="{211D73DF-EED8-40C5-A67E-8B3DBB0D7BD4}" type="pres">
      <dgm:prSet presAssocID="{247E3A5D-92A3-4A75-B0CE-825CC4A7B493}" presName="childNode" presStyleLbl="node1" presStyleIdx="51" presStyleCnt="55">
        <dgm:presLayoutVars>
          <dgm:bulletEnabled val="1"/>
        </dgm:presLayoutVars>
      </dgm:prSet>
      <dgm:spPr/>
    </dgm:pt>
    <dgm:pt modelId="{40A7DF75-BE2A-4236-8267-52E3ECCC546F}" type="pres">
      <dgm:prSet presAssocID="{247E3A5D-92A3-4A75-B0CE-825CC4A7B493}" presName="aSpace2" presStyleCnt="0"/>
      <dgm:spPr/>
    </dgm:pt>
    <dgm:pt modelId="{29A51848-64B8-4E48-8BBF-06C1FF762D57}" type="pres">
      <dgm:prSet presAssocID="{D92A7E95-6196-43A9-A89A-D61D4C5F6B09}" presName="childNode" presStyleLbl="node1" presStyleIdx="52" presStyleCnt="55">
        <dgm:presLayoutVars>
          <dgm:bulletEnabled val="1"/>
        </dgm:presLayoutVars>
      </dgm:prSet>
      <dgm:spPr/>
    </dgm:pt>
    <dgm:pt modelId="{0D0C8503-0379-45D0-BB75-2ED2D603188A}" type="pres">
      <dgm:prSet presAssocID="{D92A7E95-6196-43A9-A89A-D61D4C5F6B09}" presName="aSpace2" presStyleCnt="0"/>
      <dgm:spPr/>
    </dgm:pt>
    <dgm:pt modelId="{CD71CD6D-31B1-4293-BFE1-C7CEC418A267}" type="pres">
      <dgm:prSet presAssocID="{FE8B9A7D-E9F9-488F-82BB-71B880211833}" presName="childNode" presStyleLbl="node1" presStyleIdx="53" presStyleCnt="55">
        <dgm:presLayoutVars>
          <dgm:bulletEnabled val="1"/>
        </dgm:presLayoutVars>
      </dgm:prSet>
      <dgm:spPr/>
    </dgm:pt>
    <dgm:pt modelId="{9D91D5DB-4754-4809-A355-D2A823EE0F27}" type="pres">
      <dgm:prSet presAssocID="{FE8B9A7D-E9F9-488F-82BB-71B880211833}" presName="aSpace2" presStyleCnt="0"/>
      <dgm:spPr/>
    </dgm:pt>
    <dgm:pt modelId="{A0E6BF3F-7D6C-4C61-90F8-EEF83E5955AB}" type="pres">
      <dgm:prSet presAssocID="{6B89939F-81EF-4D2C-AD4A-3134B9056BC0}" presName="childNode" presStyleLbl="node1" presStyleIdx="54" presStyleCnt="55">
        <dgm:presLayoutVars>
          <dgm:bulletEnabled val="1"/>
        </dgm:presLayoutVars>
      </dgm:prSet>
      <dgm:spPr/>
    </dgm:pt>
  </dgm:ptLst>
  <dgm:cxnLst>
    <dgm:cxn modelId="{01E0C800-BEDC-4F51-B657-E76358B73985}" srcId="{43128349-7D80-469E-BE40-62BAA751C393}" destId="{792496F8-22A0-470A-BAFF-9125A0F5F147}" srcOrd="0" destOrd="0" parTransId="{17920F77-15A3-4CEC-B541-2EC60A458DCA}" sibTransId="{906C2B48-0EB0-46BE-A590-E1CD449697AD}"/>
    <dgm:cxn modelId="{C3A85005-CF61-4305-ABEC-0D3F2B56A01A}" srcId="{A5FFA68C-79E5-46CB-84DA-4E23D061A138}" destId="{1C4B2FCA-ECCA-4A0A-BE7A-BB52279911A8}" srcOrd="14" destOrd="0" parTransId="{FCF11ECA-E665-47AC-A32E-06DAE5DC4439}" sibTransId="{0DC71D88-8032-4239-A81D-57615C959A61}"/>
    <dgm:cxn modelId="{D680C905-B36E-4AF5-B543-7B7A8B81AD07}" srcId="{A5FFA68C-79E5-46CB-84DA-4E23D061A138}" destId="{A29FFCEA-BD23-46A4-835D-BCA08FE8C0E6}" srcOrd="19" destOrd="0" parTransId="{0E61AAB8-7349-49BB-AC90-0E55F487BC7F}" sibTransId="{1C3A6DE7-7970-48ED-94EC-84FDCEA12951}"/>
    <dgm:cxn modelId="{D9DB9507-6A9F-4EC6-BE9E-02C843AE3715}" type="presOf" srcId="{B1B89810-730F-4340-8215-38740E210671}" destId="{ACF02E65-012A-462C-A16E-CDEB39E7479C}" srcOrd="0" destOrd="0" presId="urn:microsoft.com/office/officeart/2005/8/layout/lProcess2"/>
    <dgm:cxn modelId="{78E37E0B-076D-4BBA-B75B-B6DBD617E260}" srcId="{0A7570C2-1736-466A-B8A0-82622F263821}" destId="{6F74655F-3363-4719-844A-DF1677C637D7}" srcOrd="1" destOrd="0" parTransId="{FF102EDB-FB99-4A9A-AE2F-7DF50DA04F03}" sibTransId="{ADA73827-4164-4C6E-937A-5D4FE70C2AEB}"/>
    <dgm:cxn modelId="{DBEDA20B-96A6-4648-BBB3-EE35536B0C85}" srcId="{43128349-7D80-469E-BE40-62BAA751C393}" destId="{8A2EDF38-7417-4C06-940D-0990592EE52E}" srcOrd="2" destOrd="0" parTransId="{7AE05EC3-D7E2-4D01-848B-5683809BDE09}" sibTransId="{878D2284-73EE-4D16-BED1-9B6C20091093}"/>
    <dgm:cxn modelId="{C37F300C-10B3-443E-84C2-707B2B9371DE}" type="presOf" srcId="{D92A7E95-6196-43A9-A89A-D61D4C5F6B09}" destId="{29A51848-64B8-4E48-8BBF-06C1FF762D57}" srcOrd="0" destOrd="0" presId="urn:microsoft.com/office/officeart/2005/8/layout/lProcess2"/>
    <dgm:cxn modelId="{5EE08D0D-0370-4B9C-A14E-571738E83F56}" srcId="{7B1FF1CE-349B-4642-B988-1907C44C18FA}" destId="{0A7570C2-1736-466A-B8A0-82622F263821}" srcOrd="1" destOrd="0" parTransId="{BC8B5CF0-FDE7-4A45-8415-4342583E5355}" sibTransId="{064B4533-3555-40F9-9A2B-CCB2DE96DCEE}"/>
    <dgm:cxn modelId="{B986AD0D-E2C0-450D-80C2-68656EB4B68C}" srcId="{43128349-7D80-469E-BE40-62BAA751C393}" destId="{81D601BD-8AFA-47E0-9EEF-A8BB8FF19EF1}" srcOrd="1" destOrd="0" parTransId="{A9061B31-F48A-4114-9A6D-2F298782BFD1}" sibTransId="{731E7D15-1928-429F-A188-6CD7E839C91A}"/>
    <dgm:cxn modelId="{B0AE0010-0168-4E87-92A4-C22E18A7F397}" type="presOf" srcId="{00934D24-7834-4CBA-B71E-3C542444F2EA}" destId="{66866AE9-00F2-4F79-8905-5A2322762972}" srcOrd="0" destOrd="0" presId="urn:microsoft.com/office/officeart/2005/8/layout/lProcess2"/>
    <dgm:cxn modelId="{50CF1514-05CB-43A5-AC0C-F98414FE49DB}" srcId="{A5FFA68C-79E5-46CB-84DA-4E23D061A138}" destId="{97830452-8774-4871-A3D0-7495CD703681}" srcOrd="9" destOrd="0" parTransId="{AD4407A8-9AA3-4069-AFF3-40170C911F8D}" sibTransId="{673FD962-1AB3-4D98-A3EF-56E4930C8E38}"/>
    <dgm:cxn modelId="{8CD8D51A-AAE9-4822-AC0E-63F285FD13FF}" type="presOf" srcId="{B9DAF825-97F1-4B5E-87BC-FEC0FA3C25A0}" destId="{289F7F13-97C9-498B-A768-28256864F3DF}" srcOrd="0" destOrd="0" presId="urn:microsoft.com/office/officeart/2005/8/layout/lProcess2"/>
    <dgm:cxn modelId="{070BB01C-4A72-4F17-8DE9-0A4DC80502E9}" type="presOf" srcId="{1C4B2FCA-ECCA-4A0A-BE7A-BB52279911A8}" destId="{D6A3818A-E3EA-4F6A-AB65-B285265105AD}" srcOrd="0" destOrd="0" presId="urn:microsoft.com/office/officeart/2005/8/layout/lProcess2"/>
    <dgm:cxn modelId="{DB30471D-AA09-497E-B947-F421B30EB692}" srcId="{A5FFA68C-79E5-46CB-84DA-4E23D061A138}" destId="{E2370E96-DC58-449D-AF21-2365D0DE7F3F}" srcOrd="17" destOrd="0" parTransId="{3FDBD81D-3A2E-4178-AFF2-8D4BA4CDC5B3}" sibTransId="{8634B326-91A3-4DBC-9832-087C2FF802E9}"/>
    <dgm:cxn modelId="{3796EF1D-1F9C-439F-87E7-DAD2D252B408}" type="presOf" srcId="{81D601BD-8AFA-47E0-9EEF-A8BB8FF19EF1}" destId="{C3CE5318-3449-4225-A6E7-5A0E8C6FE693}" srcOrd="0" destOrd="0" presId="urn:microsoft.com/office/officeart/2005/8/layout/lProcess2"/>
    <dgm:cxn modelId="{F3693820-2B9F-4AA3-87A1-A565E18FCBF0}" srcId="{7B1FF1CE-349B-4642-B988-1907C44C18FA}" destId="{43128349-7D80-469E-BE40-62BAA751C393}" srcOrd="2" destOrd="0" parTransId="{533D33EF-919B-4FE2-BEC1-9738B232F098}" sibTransId="{415D2E01-5E13-499C-A97C-774F4ADCA3B3}"/>
    <dgm:cxn modelId="{78541E22-3054-437F-8720-611829302C2E}" type="presOf" srcId="{F9571548-72F5-4641-9B4F-CFCBC1DC08C4}" destId="{DC6C63A6-EA35-40BA-A5D2-5DBBAC57C405}" srcOrd="0" destOrd="0" presId="urn:microsoft.com/office/officeart/2005/8/layout/lProcess2"/>
    <dgm:cxn modelId="{93F8F122-BE4A-4C39-9DA4-B50F4B8C98E3}" type="presOf" srcId="{911A65A7-594E-414B-A2D6-69017277890D}" destId="{EF739E3B-5C8B-444B-93B2-03A61BA2F1C8}" srcOrd="0" destOrd="0" presId="urn:microsoft.com/office/officeart/2005/8/layout/lProcess2"/>
    <dgm:cxn modelId="{1B8D2529-DDAC-443B-81E1-D713D9CA0DA4}" type="presOf" srcId="{0A7570C2-1736-466A-B8A0-82622F263821}" destId="{0BB1651A-C6D7-436F-AA1D-D5C38D783873}" srcOrd="0" destOrd="0" presId="urn:microsoft.com/office/officeart/2005/8/layout/lProcess2"/>
    <dgm:cxn modelId="{F8B6772A-95D7-4C6A-8241-755B907EF40E}" type="presOf" srcId="{43128349-7D80-469E-BE40-62BAA751C393}" destId="{E7BAA1EF-E5FD-4E9D-8FF3-6D3167B582C8}" srcOrd="0" destOrd="0" presId="urn:microsoft.com/office/officeart/2005/8/layout/lProcess2"/>
    <dgm:cxn modelId="{CDE1CA2E-5683-412F-8687-8383C80DFF7F}" srcId="{A5FFA68C-79E5-46CB-84DA-4E23D061A138}" destId="{3A98146D-C699-411B-A3DF-808DC90B069F}" srcOrd="20" destOrd="0" parTransId="{A3DD7D66-F8E6-4286-97E9-53EDED74AE3F}" sibTransId="{8753652C-4A12-424A-AE3B-9E57D5395D4F}"/>
    <dgm:cxn modelId="{7BF80E30-1380-4F95-AE47-242E704EE76F}" type="presOf" srcId="{8A2EDF38-7417-4C06-940D-0990592EE52E}" destId="{1F1BB047-AC94-405A-B07E-BFE764524FC1}" srcOrd="0" destOrd="0" presId="urn:microsoft.com/office/officeart/2005/8/layout/lProcess2"/>
    <dgm:cxn modelId="{52D23F33-0353-47E2-8CE3-8FF1E64FA4D5}" type="presOf" srcId="{6C01E85B-7170-4DBB-BDF2-8FB34E39D410}" destId="{D46BDA29-8F8E-4E4A-AF3B-AF5C914C4E9F}" srcOrd="0" destOrd="0" presId="urn:microsoft.com/office/officeart/2005/8/layout/lProcess2"/>
    <dgm:cxn modelId="{62C59933-A9BB-4AFB-9939-4F3BFEFEBDFE}" type="presOf" srcId="{0852E862-BBD3-49B8-957B-0D61D7B80DDD}" destId="{35D0F40C-940E-4CEA-913C-F83985336973}" srcOrd="0" destOrd="0" presId="urn:microsoft.com/office/officeart/2005/8/layout/lProcess2"/>
    <dgm:cxn modelId="{F11DCA34-3745-46A7-96AF-FDFF98FA9E2B}" srcId="{3B54D843-9AE4-4407-B0EA-1A0A4D2C7FB9}" destId="{1E5F033B-9116-4D7D-B7B6-A1A60916458A}" srcOrd="16" destOrd="0" parTransId="{1CBCC2EC-A58E-4437-8A7E-9F62B30E8063}" sibTransId="{18A1E477-10AE-4FA5-B104-81DDF20F3775}"/>
    <dgm:cxn modelId="{1660A837-2B65-42C9-B980-6E7C88E69F88}" type="presOf" srcId="{810BBF83-FC5D-4B16-977A-B12F1699D210}" destId="{14900F49-6862-4A4A-A1EE-CEEC8AB2C2D3}" srcOrd="0" destOrd="0" presId="urn:microsoft.com/office/officeart/2005/8/layout/lProcess2"/>
    <dgm:cxn modelId="{3F2C9138-3BC9-4DB0-A8AE-9560B57FC54A}" type="presOf" srcId="{2865D0BE-5030-40AD-B7CB-9600CD644BC4}" destId="{E172BAA7-400A-42CA-A379-9818386EE8A0}" srcOrd="0" destOrd="0" presId="urn:microsoft.com/office/officeart/2005/8/layout/lProcess2"/>
    <dgm:cxn modelId="{2D811C39-55B0-4308-9E7D-8441532A4BB7}" srcId="{3AEF1D4B-E269-419A-89E9-7C6B5710E749}" destId="{278E2E44-8F40-46B2-9DA9-451047A3876E}" srcOrd="0" destOrd="0" parTransId="{3B239A42-F547-40A9-A0A1-A5435765D387}" sibTransId="{DF17F381-AD6B-4C02-B834-F53C46D81EB0}"/>
    <dgm:cxn modelId="{99ED343B-B69C-4C8B-A416-13607AD8BC36}" srcId="{A5FFA68C-79E5-46CB-84DA-4E23D061A138}" destId="{F9571548-72F5-4641-9B4F-CFCBC1DC08C4}" srcOrd="8" destOrd="0" parTransId="{07F5CDCB-BD06-4754-BBC2-52E3A0208691}" sibTransId="{1C9C8382-17AB-49A8-B766-F0D28DC22DD0}"/>
    <dgm:cxn modelId="{B087AE3C-7234-482D-B17E-AA614E8E5B9E}" srcId="{3B54D843-9AE4-4407-B0EA-1A0A4D2C7FB9}" destId="{0852E862-BBD3-49B8-957B-0D61D7B80DDD}" srcOrd="1" destOrd="0" parTransId="{B9F4CCA2-85A9-4465-939A-02F171D39D91}" sibTransId="{C2C3B4A0-AD9D-4707-8D67-74C18261FC98}"/>
    <dgm:cxn modelId="{D70F3E3D-0752-4222-B9CB-DA83A190F6DD}" srcId="{A5FFA68C-79E5-46CB-84DA-4E23D061A138}" destId="{3AE83DF2-0B8D-4227-957C-585118A426CE}" srcOrd="22" destOrd="0" parTransId="{32C34572-123E-4F29-B61F-D1A7D034FA0E}" sibTransId="{4E7FFA72-E81C-4FFB-B35C-501AFEB4343B}"/>
    <dgm:cxn modelId="{5B46E15C-00DE-4059-95F0-B154DFE05501}" srcId="{3B54D843-9AE4-4407-B0EA-1A0A4D2C7FB9}" destId="{70FCA476-2AAD-4F66-80C2-439D60A7E726}" srcOrd="6" destOrd="0" parTransId="{9773624D-EE37-4A46-8B0F-DD495477E8E5}" sibTransId="{40A3A1B8-7120-4BBD-9658-73C01AD35915}"/>
    <dgm:cxn modelId="{E9653C5E-093C-4137-9ACD-C3E13509B1EE}" type="presOf" srcId="{54E95103-F7EF-4C29-AF56-F2C0D29CD630}" destId="{83136760-A65D-4316-8386-07D88094905D}" srcOrd="0" destOrd="0" presId="urn:microsoft.com/office/officeart/2005/8/layout/lProcess2"/>
    <dgm:cxn modelId="{577E8A60-B807-4FB9-82E3-9F444DC9F02E}" srcId="{3B54D843-9AE4-4407-B0EA-1A0A4D2C7FB9}" destId="{87021C77-C00E-4255-A9F9-3287374681E2}" srcOrd="19" destOrd="0" parTransId="{C453A9C3-E543-450B-B6C8-4A4D98352BB0}" sibTransId="{9BBF0323-AB4A-4CFF-922B-209257C1688E}"/>
    <dgm:cxn modelId="{66D5EA60-6C51-482D-BDCE-F621B8645F96}" type="presOf" srcId="{ACFA1FA2-C89F-406D-9760-CC45880DDB4C}" destId="{3D9C314C-ACE6-47A5-BC49-C826EE30D4E6}" srcOrd="0" destOrd="0" presId="urn:microsoft.com/office/officeart/2005/8/layout/lProcess2"/>
    <dgm:cxn modelId="{AA037E41-0859-49C0-B6EC-43D2548BF785}" srcId="{3B54D843-9AE4-4407-B0EA-1A0A4D2C7FB9}" destId="{6C01E85B-7170-4DBB-BDF2-8FB34E39D410}" srcOrd="14" destOrd="0" parTransId="{6A29AA84-4C6A-44CC-86D6-40725158BD36}" sibTransId="{0E9930B3-9A21-4A4F-8898-7E0DB5DB09C0}"/>
    <dgm:cxn modelId="{88C52F42-2438-4530-9CFF-A36152F68F39}" type="presOf" srcId="{43128349-7D80-469E-BE40-62BAA751C393}" destId="{3D345D24-030C-4B32-BC0F-AABA9A84C6D6}" srcOrd="1" destOrd="0" presId="urn:microsoft.com/office/officeart/2005/8/layout/lProcess2"/>
    <dgm:cxn modelId="{BDB16963-48AA-4890-A946-197A8AD4A44E}" srcId="{7B1FF1CE-349B-4642-B988-1907C44C18FA}" destId="{3AEF1D4B-E269-419A-89E9-7C6B5710E749}" srcOrd="0" destOrd="0" parTransId="{88C7760A-FD6C-4D38-BBC3-29A7142AAAEC}" sibTransId="{F3903867-2FF7-4411-BD50-34315CB45876}"/>
    <dgm:cxn modelId="{7C2EEF45-5952-4B02-8425-FE5312A365F1}" srcId="{A5FFA68C-79E5-46CB-84DA-4E23D061A138}" destId="{D92A7E95-6196-43A9-A89A-D61D4C5F6B09}" srcOrd="24" destOrd="0" parTransId="{720428C1-A8E1-4A53-9FB1-2BADFA03484E}" sibTransId="{8BE346EE-8549-4302-BBA7-5C1C35228A6C}"/>
    <dgm:cxn modelId="{15514066-2799-4C27-ACF0-E31EC3036497}" srcId="{A5FFA68C-79E5-46CB-84DA-4E23D061A138}" destId="{FD7EC332-A8A3-4C15-B8EE-91584E8C6840}" srcOrd="3" destOrd="0" parTransId="{202E8AF3-B7FC-4E29-8BBF-D9FBCB15A30F}" sibTransId="{EFB8AF14-2EEB-49EF-92B0-E5D759BBAA2E}"/>
    <dgm:cxn modelId="{A50BFB66-366B-4870-985F-A3CA698FC34A}" type="presOf" srcId="{0A7570C2-1736-466A-B8A0-82622F263821}" destId="{FBA2F2CF-CCCC-46EE-BE70-E0C2761A4559}" srcOrd="1" destOrd="0" presId="urn:microsoft.com/office/officeart/2005/8/layout/lProcess2"/>
    <dgm:cxn modelId="{FC19A769-EC51-4936-A3D6-C865DA7E6123}" type="presOf" srcId="{DBF90052-15BA-4A0E-A1F5-079966742CC5}" destId="{97183CC4-78EA-4D75-B7F2-1A4C5E852F10}" srcOrd="0" destOrd="0" presId="urn:microsoft.com/office/officeart/2005/8/layout/lProcess2"/>
    <dgm:cxn modelId="{8480AE6A-8C20-49DB-86B8-A536C9CF1103}" type="presOf" srcId="{3AE83DF2-0B8D-4227-957C-585118A426CE}" destId="{41885862-9852-45D1-B222-B789BEAB0E44}" srcOrd="0" destOrd="0" presId="urn:microsoft.com/office/officeart/2005/8/layout/lProcess2"/>
    <dgm:cxn modelId="{6543C14A-DCC0-493C-966E-6BE7C829BB15}" type="presOf" srcId="{41331F6A-4E90-46B3-AC2E-E16B626418A7}" destId="{F5555863-A396-4206-8FDF-B98B79E1CB89}" srcOrd="0" destOrd="0" presId="urn:microsoft.com/office/officeart/2005/8/layout/lProcess2"/>
    <dgm:cxn modelId="{97D06A4E-89E6-45FF-BA92-61E965471D98}" type="presOf" srcId="{15433FE5-B2C9-4B23-BDD8-FACA0F056FB4}" destId="{C683647D-A4A9-4EC4-8CD5-B3FFF4255E1A}" srcOrd="0" destOrd="0" presId="urn:microsoft.com/office/officeart/2005/8/layout/lProcess2"/>
    <dgm:cxn modelId="{2A90B96E-CE97-40D6-93D9-C81AB32003AD}" srcId="{3B54D843-9AE4-4407-B0EA-1A0A4D2C7FB9}" destId="{2865D0BE-5030-40AD-B7CB-9600CD644BC4}" srcOrd="9" destOrd="0" parTransId="{948CC9CE-A835-4371-8402-A9A187BD9571}" sibTransId="{810BA61E-47B4-4C11-B1D8-9AA375384BF2}"/>
    <dgm:cxn modelId="{0BD6306F-445E-46AC-98C6-FE170925E523}" srcId="{3B54D843-9AE4-4407-B0EA-1A0A4D2C7FB9}" destId="{4A4DE368-662E-4E75-A4FD-435AFBEEECB2}" srcOrd="8" destOrd="0" parTransId="{ECBC3747-50FF-4A81-8890-55C31EA9E830}" sibTransId="{CD4DFDCE-419E-4D5D-A9F7-F31AE4E2E7B7}"/>
    <dgm:cxn modelId="{5A54EA4F-5B49-47A2-8843-17842710E1C9}" srcId="{A5FFA68C-79E5-46CB-84DA-4E23D061A138}" destId="{911A65A7-594E-414B-A2D6-69017277890D}" srcOrd="11" destOrd="0" parTransId="{3190775A-3E52-402E-A774-B2BEB9DA70DE}" sibTransId="{33A29B0B-561D-4079-A1ED-D64FB2645D2A}"/>
    <dgm:cxn modelId="{8079B850-2264-4E9C-8882-85AE0B8F728E}" srcId="{A5FFA68C-79E5-46CB-84DA-4E23D061A138}" destId="{C4A413EA-DC47-44B7-88C3-8480D0136D1C}" srcOrd="10" destOrd="0" parTransId="{3268C231-2CA7-4649-8F06-85B2C3E02789}" sibTransId="{E640C9E8-A7FE-4A4E-BB4D-17A513DAF9DF}"/>
    <dgm:cxn modelId="{53790771-C01D-4029-83DA-42C1456A67DE}" srcId="{3B54D843-9AE4-4407-B0EA-1A0A4D2C7FB9}" destId="{11BDF919-9DB8-42B1-B487-6C14FC64BC3F}" srcOrd="13" destOrd="0" parTransId="{879CCF78-3A23-4D3D-BADC-ED73285F1A8D}" sibTransId="{3E83597D-5B5D-46D2-8706-0B430F6A6E9F}"/>
    <dgm:cxn modelId="{7BE1DF51-E7C9-4327-9B44-A09ED9D1A617}" type="presOf" srcId="{4A4DE368-662E-4E75-A4FD-435AFBEEECB2}" destId="{208EE716-0049-4A11-B69E-B94EAB21B181}" srcOrd="0" destOrd="0" presId="urn:microsoft.com/office/officeart/2005/8/layout/lProcess2"/>
    <dgm:cxn modelId="{6E5D1073-0007-40A5-BBC4-FAC96D51C028}" type="presOf" srcId="{A29FFCEA-BD23-46A4-835D-BCA08FE8C0E6}" destId="{FD3DA154-27BA-4907-83CB-B12DD18D9E89}" srcOrd="0" destOrd="0" presId="urn:microsoft.com/office/officeart/2005/8/layout/lProcess2"/>
    <dgm:cxn modelId="{2D2E4153-96F5-4E20-A944-4C115683DBCB}" type="presOf" srcId="{BD9CB56F-0EDB-4964-995E-A783096EE4D3}" destId="{D237160A-4E4E-4D20-82F6-CA88B3D30EE9}" srcOrd="0" destOrd="0" presId="urn:microsoft.com/office/officeart/2005/8/layout/lProcess2"/>
    <dgm:cxn modelId="{51138E54-46EB-4B61-8648-D63DCF2CC771}" type="presOf" srcId="{E2370E96-DC58-449D-AF21-2365D0DE7F3F}" destId="{BA7BE09E-90C3-4620-97CF-57BE8DC7B1EA}" srcOrd="0" destOrd="0" presId="urn:microsoft.com/office/officeart/2005/8/layout/lProcess2"/>
    <dgm:cxn modelId="{B5072276-1DD7-4BF7-BD62-26952FA22121}" type="presOf" srcId="{94E3BFDB-102B-46F1-8618-82C60C6E186E}" destId="{5923B110-F348-450F-BF14-63324C82DB74}" srcOrd="0" destOrd="0" presId="urn:microsoft.com/office/officeart/2005/8/layout/lProcess2"/>
    <dgm:cxn modelId="{6DA71957-3A56-4955-922F-FDA403FD93F2}" srcId="{3B54D843-9AE4-4407-B0EA-1A0A4D2C7FB9}" destId="{2CDC230E-0EBD-4896-B2A1-40F5838375DB}" srcOrd="3" destOrd="0" parTransId="{F4993F6D-09FA-4338-8DCF-2D5EB7A8DBA6}" sibTransId="{E54D14E5-F997-443A-BBC8-EDF4DEB956BF}"/>
    <dgm:cxn modelId="{C3DF1D77-D7D1-4B07-BE20-8E18F5EC5740}" type="presOf" srcId="{8452986E-76F9-4C0C-9552-472292211179}" destId="{C0053E3F-A06E-403D-88F1-8C6F8D57C0F9}" srcOrd="0" destOrd="0" presId="urn:microsoft.com/office/officeart/2005/8/layout/lProcess2"/>
    <dgm:cxn modelId="{CF219F78-0C99-4CBD-91C0-F03FF6FA7BDD}" type="presOf" srcId="{FE8B9A7D-E9F9-488F-82BB-71B880211833}" destId="{CD71CD6D-31B1-4293-BFE1-C7CEC418A267}" srcOrd="0" destOrd="0" presId="urn:microsoft.com/office/officeart/2005/8/layout/lProcess2"/>
    <dgm:cxn modelId="{123F1A59-53C6-4EAA-A061-DA18CE5781A3}" srcId="{A5FFA68C-79E5-46CB-84DA-4E23D061A138}" destId="{94E3BFDB-102B-46F1-8618-82C60C6E186E}" srcOrd="7" destOrd="0" parTransId="{6F663CE7-177A-4E93-A960-E7BCDBBCD65A}" sibTransId="{D22B21C0-0763-4183-AC35-B2670DDA1FAE}"/>
    <dgm:cxn modelId="{D8F4705A-F7FF-4096-8DD8-0B0D1315EACB}" type="presOf" srcId="{A5FFA68C-79E5-46CB-84DA-4E23D061A138}" destId="{6F988203-D19A-438B-B31C-9302D6F40BA9}" srcOrd="0" destOrd="0" presId="urn:microsoft.com/office/officeart/2005/8/layout/lProcess2"/>
    <dgm:cxn modelId="{117C4580-829E-4D69-9864-7BA766367524}" type="presOf" srcId="{1E5F033B-9116-4D7D-B7B6-A1A60916458A}" destId="{93BDBA7F-6788-449C-9EB7-601480CEA5DE}" srcOrd="0" destOrd="0" presId="urn:microsoft.com/office/officeart/2005/8/layout/lProcess2"/>
    <dgm:cxn modelId="{D1EC1781-7B1C-44BF-BEDD-ED86198CA76C}" type="presOf" srcId="{3AEF1D4B-E269-419A-89E9-7C6B5710E749}" destId="{773945C4-D5D0-489E-8189-37F540BC2321}" srcOrd="0" destOrd="0" presId="urn:microsoft.com/office/officeart/2005/8/layout/lProcess2"/>
    <dgm:cxn modelId="{657F8C82-457C-4BC2-A5F7-52085C91F37B}" srcId="{A5FFA68C-79E5-46CB-84DA-4E23D061A138}" destId="{C4C7700F-97E3-462B-B2AC-8FBC49EE0400}" srcOrd="18" destOrd="0" parTransId="{B56BB749-A522-4341-B34A-5835AAA8E636}" sibTransId="{A7CBAE00-9923-4969-919B-15129FF97B5E}"/>
    <dgm:cxn modelId="{1A6DCE86-1F41-4E4C-B7EC-BC139F3F847F}" srcId="{A5FFA68C-79E5-46CB-84DA-4E23D061A138}" destId="{96C04CD4-8E16-4CCE-A944-FC74524170DC}" srcOrd="1" destOrd="0" parTransId="{72103FE5-98E1-44DB-BD9B-915EAB73FA33}" sibTransId="{ABA4FA95-248A-4B31-A428-1A84749F0932}"/>
    <dgm:cxn modelId="{59E5D886-F34E-4D31-AFA3-4A43B8D656FC}" srcId="{A5FFA68C-79E5-46CB-84DA-4E23D061A138}" destId="{CBEB0262-62AF-4C6C-AD10-D9FD754B3681}" srcOrd="6" destOrd="0" parTransId="{451B8B4B-2524-4B72-BC72-44EE8EFE67DC}" sibTransId="{9FAE2B96-55D3-4C69-B009-BECC48593BAE}"/>
    <dgm:cxn modelId="{98623C87-71D4-48D7-96A5-14987DEC37BE}" type="presOf" srcId="{278E2E44-8F40-46B2-9DA9-451047A3876E}" destId="{D5105F1E-D4B8-4F15-99A4-079BFA0B01C0}" srcOrd="0" destOrd="0" presId="urn:microsoft.com/office/officeart/2005/8/layout/lProcess2"/>
    <dgm:cxn modelId="{CB557F87-65CF-4B92-8CAB-789873C1659D}" type="presOf" srcId="{6B89939F-81EF-4D2C-AD4A-3134B9056BC0}" destId="{A0E6BF3F-7D6C-4C61-90F8-EEF83E5955AB}" srcOrd="0" destOrd="0" presId="urn:microsoft.com/office/officeart/2005/8/layout/lProcess2"/>
    <dgm:cxn modelId="{AC38DE87-D89C-47A3-A966-C89CE69D94BB}" srcId="{A5FFA68C-79E5-46CB-84DA-4E23D061A138}" destId="{7DB697BB-23E0-497C-9833-CAC9679E334B}" srcOrd="21" destOrd="0" parTransId="{9EE31189-AC99-438A-9C0B-CD71EEDB0042}" sibTransId="{AE59F55A-5D98-42C8-B3FF-7328D42E7B0A}"/>
    <dgm:cxn modelId="{774CE78A-67B7-4F5B-9D9E-10335FEAF452}" type="presOf" srcId="{96C04CD4-8E16-4CCE-A944-FC74524170DC}" destId="{5278A07F-1AFE-4D30-8E44-B287488E9888}" srcOrd="0" destOrd="0" presId="urn:microsoft.com/office/officeart/2005/8/layout/lProcess2"/>
    <dgm:cxn modelId="{06DD3D8D-CBED-4B1A-845D-C44EA232010E}" srcId="{3B54D843-9AE4-4407-B0EA-1A0A4D2C7FB9}" destId="{15433FE5-B2C9-4B23-BDD8-FACA0F056FB4}" srcOrd="0" destOrd="0" parTransId="{5F89621C-9856-494D-8F68-66313A3F9AD8}" sibTransId="{4320D3D8-704E-4E32-AC51-BC7AD2FA9408}"/>
    <dgm:cxn modelId="{47ADC78E-EB8E-4B24-B9DD-E6642771815D}" srcId="{A5FFA68C-79E5-46CB-84DA-4E23D061A138}" destId="{8452986E-76F9-4C0C-9552-472292211179}" srcOrd="0" destOrd="0" parTransId="{BE079DB4-957D-4C55-BAC8-FFF46B425C7F}" sibTransId="{EA857004-C628-42A5-A51B-89D52981A62B}"/>
    <dgm:cxn modelId="{A1431290-1ABC-4DC8-9514-1C25AE91F29B}" srcId="{3B54D843-9AE4-4407-B0EA-1A0A4D2C7FB9}" destId="{E64FAE83-7A32-45EB-8778-BA5A61F0CDE0}" srcOrd="12" destOrd="0" parTransId="{0AEE1CEE-D2FF-48B9-9B4C-28434DF3C074}" sibTransId="{1C75F7A4-236E-4B5D-9B22-996C8214DF15}"/>
    <dgm:cxn modelId="{23029891-E7DD-4A0A-9E81-7267F7B0A9DB}" type="presOf" srcId="{C4A413EA-DC47-44B7-88C3-8480D0136D1C}" destId="{87F19FAA-6232-46BC-9D2F-E4BE1057B808}" srcOrd="0" destOrd="0" presId="urn:microsoft.com/office/officeart/2005/8/layout/lProcess2"/>
    <dgm:cxn modelId="{179BDD93-4C72-4E2E-B710-B30E22BD55A1}" srcId="{A5FFA68C-79E5-46CB-84DA-4E23D061A138}" destId="{00934D24-7834-4CBA-B71E-3C542444F2EA}" srcOrd="12" destOrd="0" parTransId="{D784B775-2E71-419A-87C3-DBBB6EBA6400}" sibTransId="{899A9E21-A30F-4ADF-94B2-925B27B0E04D}"/>
    <dgm:cxn modelId="{2EC39B94-1B92-40F9-9B74-920A19E5DCDC}" type="presOf" srcId="{975EBC48-1C42-4606-B24B-6A159AC38848}" destId="{FA10D801-6539-4E35-A98F-EDBCC0BCF200}" srcOrd="0" destOrd="0" presId="urn:microsoft.com/office/officeart/2005/8/layout/lProcess2"/>
    <dgm:cxn modelId="{B9ADD095-8BC8-4FD9-8ADE-DA265BBA14C3}" srcId="{3B54D843-9AE4-4407-B0EA-1A0A4D2C7FB9}" destId="{975EBC48-1C42-4606-B24B-6A159AC38848}" srcOrd="18" destOrd="0" parTransId="{03DAEF86-85E4-4D97-B2D6-CCDA91F84D5C}" sibTransId="{52CE1E51-DDEE-43CB-BF1D-CEB975A2AC6A}"/>
    <dgm:cxn modelId="{979E4D96-DA7A-4982-8587-1E5EEC982202}" type="presOf" srcId="{74DCA4C6-5436-40CB-A964-4AF960004B4B}" destId="{ED7C8AB9-64B1-4793-B24D-84DD51E43854}" srcOrd="0" destOrd="0" presId="urn:microsoft.com/office/officeart/2005/8/layout/lProcess2"/>
    <dgm:cxn modelId="{43F93E97-9B94-4583-914A-94C972362C99}" type="presOf" srcId="{3B54D843-9AE4-4407-B0EA-1A0A4D2C7FB9}" destId="{00A3026D-4DFE-444D-AACE-2BCC18FE8B1E}" srcOrd="1" destOrd="0" presId="urn:microsoft.com/office/officeart/2005/8/layout/lProcess2"/>
    <dgm:cxn modelId="{A8E82C98-9FCD-423E-B7B2-F54B2A597C5C}" srcId="{A5FFA68C-79E5-46CB-84DA-4E23D061A138}" destId="{FE8B9A7D-E9F9-488F-82BB-71B880211833}" srcOrd="25" destOrd="0" parTransId="{3BB985EE-A6A5-4C4A-93E1-234CF400E9A4}" sibTransId="{35EEA624-4863-46BD-BC92-89450F320252}"/>
    <dgm:cxn modelId="{745A3098-EC36-4FD5-8AAB-EEDC9CA3AC3B}" type="presOf" srcId="{7DB697BB-23E0-497C-9833-CAC9679E334B}" destId="{448BC416-9644-40F2-B18F-E3FC860AC5E7}" srcOrd="0" destOrd="0" presId="urn:microsoft.com/office/officeart/2005/8/layout/lProcess2"/>
    <dgm:cxn modelId="{7485469F-5E00-4C73-99EF-DB4CCFD68C5A}" type="presOf" srcId="{E64FAE83-7A32-45EB-8778-BA5A61F0CDE0}" destId="{83538F08-2FC9-4D50-A2BA-119F3281BD29}" srcOrd="0" destOrd="0" presId="urn:microsoft.com/office/officeart/2005/8/layout/lProcess2"/>
    <dgm:cxn modelId="{41A72AA0-9127-426E-9A68-0C94C946FFBA}" type="presOf" srcId="{792496F8-22A0-470A-BAFF-9125A0F5F147}" destId="{22915965-1C7A-4470-AB3C-6FAC8B87E5E4}" srcOrd="0" destOrd="0" presId="urn:microsoft.com/office/officeart/2005/8/layout/lProcess2"/>
    <dgm:cxn modelId="{12F0CEA1-0161-4ED4-B646-B0F1421F3D42}" srcId="{3B54D843-9AE4-4407-B0EA-1A0A4D2C7FB9}" destId="{FFE25FF4-0D6D-455E-A3AF-87FFB5FE6948}" srcOrd="15" destOrd="0" parTransId="{AB1D48A1-419E-4707-9E5B-431CEC4A97DE}" sibTransId="{52E83234-17FD-40F8-8C82-F5CCCA965D38}"/>
    <dgm:cxn modelId="{8A8ADEA5-FA08-462C-89DF-BBC9B22A6587}" type="presOf" srcId="{46607080-84C1-40BC-893F-375F48328858}" destId="{9CF22882-A250-47C3-8E72-E0360B360BCC}" srcOrd="0" destOrd="0" presId="urn:microsoft.com/office/officeart/2005/8/layout/lProcess2"/>
    <dgm:cxn modelId="{2EDD38AF-E10F-44E4-A804-1EAD2FE21449}" srcId="{A5FFA68C-79E5-46CB-84DA-4E23D061A138}" destId="{3EAA0370-4EC0-4C77-A047-7453BC3F78A0}" srcOrd="15" destOrd="0" parTransId="{189D620C-A0E6-4BA7-8C54-51EA7B0B23E2}" sibTransId="{601C71BA-2E54-4B70-82AF-A40CD878EA5B}"/>
    <dgm:cxn modelId="{01AA97B0-288B-4120-9940-B1243D4BC523}" srcId="{A5FFA68C-79E5-46CB-84DA-4E23D061A138}" destId="{72E3D635-5136-4372-BFC3-A65B7C108CC2}" srcOrd="4" destOrd="0" parTransId="{C5159B09-44F9-4B77-9FF5-825594702E3E}" sibTransId="{08CC6E59-0FE4-47FD-ACE4-7D61323E95D6}"/>
    <dgm:cxn modelId="{B239BAB2-9FE6-4BE3-9A7A-5B6051E28C53}" type="presOf" srcId="{247E3A5D-92A3-4A75-B0CE-825CC4A7B493}" destId="{211D73DF-EED8-40C5-A67E-8B3DBB0D7BD4}" srcOrd="0" destOrd="0" presId="urn:microsoft.com/office/officeart/2005/8/layout/lProcess2"/>
    <dgm:cxn modelId="{7964B1B5-EE86-455C-8415-6F73668DF044}" srcId="{3B54D843-9AE4-4407-B0EA-1A0A4D2C7FB9}" destId="{74DCA4C6-5436-40CB-A964-4AF960004B4B}" srcOrd="2" destOrd="0" parTransId="{CB646C9F-9846-45B3-A7D4-25C90529C76E}" sibTransId="{E915C42A-E28E-4791-9AA8-80BE2A4AB7EF}"/>
    <dgm:cxn modelId="{D93D19B7-447B-48ED-9078-94417AFAB155}" type="presOf" srcId="{93487188-B35C-40D9-BF66-799A0A62D4CB}" destId="{9A2A1694-92B1-4FA4-A2D9-3A51BE501092}" srcOrd="0" destOrd="0" presId="urn:microsoft.com/office/officeart/2005/8/layout/lProcess2"/>
    <dgm:cxn modelId="{1E1024B9-4F44-4FAC-ADDE-D1476350B221}" srcId="{0A7570C2-1736-466A-B8A0-82622F263821}" destId="{B1B89810-730F-4340-8215-38740E210671}" srcOrd="0" destOrd="0" parTransId="{F330CD14-B9F5-4B73-9801-B2FDE5E1CA5A}" sibTransId="{4BF77502-C7C1-426E-BFCA-FDF5CC31836B}"/>
    <dgm:cxn modelId="{81114DBA-A641-447C-A70D-153160D3C5B3}" type="presOf" srcId="{CBEB0262-62AF-4C6C-AD10-D9FD754B3681}" destId="{58675393-7CFC-4778-BC2E-33A9F905CB63}" srcOrd="0" destOrd="0" presId="urn:microsoft.com/office/officeart/2005/8/layout/lProcess2"/>
    <dgm:cxn modelId="{5A131FBC-333C-497E-AEF9-961BEA69F4D6}" type="presOf" srcId="{3AEF1D4B-E269-419A-89E9-7C6B5710E749}" destId="{E4B4507E-5C58-4FEF-9DBF-A2ADB01A6175}" srcOrd="1" destOrd="0" presId="urn:microsoft.com/office/officeart/2005/8/layout/lProcess2"/>
    <dgm:cxn modelId="{938A6ABD-77CE-4B28-A7CF-31F4E61F9BC8}" srcId="{3B54D843-9AE4-4407-B0EA-1A0A4D2C7FB9}" destId="{54E95103-F7EF-4C29-AF56-F2C0D29CD630}" srcOrd="11" destOrd="0" parTransId="{0A6890A5-0612-4F71-9CAA-8CA596093F81}" sibTransId="{0A5A332B-DAF1-4705-ACB9-05D4BFCBFBCC}"/>
    <dgm:cxn modelId="{8D9C5EC1-D367-43A7-BBE6-4F5C64850B3D}" srcId="{3B54D843-9AE4-4407-B0EA-1A0A4D2C7FB9}" destId="{46607080-84C1-40BC-893F-375F48328858}" srcOrd="10" destOrd="0" parTransId="{8A849198-C93D-4F27-98E1-C577A80DB14C}" sibTransId="{3F4D77B2-13C5-4D53-B073-F98684DC80F0}"/>
    <dgm:cxn modelId="{CCBAEEC1-A16C-4447-910B-48ED0ACEF5F0}" srcId="{A5FFA68C-79E5-46CB-84DA-4E23D061A138}" destId="{D8E6E5FA-BDAA-4AEE-BFD9-50F03DD2DF33}" srcOrd="16" destOrd="0" parTransId="{5A62E8E6-0BF2-42B7-A84F-C5D50A707347}" sibTransId="{743761C7-E609-49C5-AFBA-0858DF335735}"/>
    <dgm:cxn modelId="{F8B8F6C3-5C99-4074-A1DF-E1F6622D29C1}" type="presOf" srcId="{70FCA476-2AAD-4F66-80C2-439D60A7E726}" destId="{1F7AF34E-D283-4E0E-AE9C-7F3306BCC4CD}" srcOrd="0" destOrd="0" presId="urn:microsoft.com/office/officeart/2005/8/layout/lProcess2"/>
    <dgm:cxn modelId="{2BE933C5-B37C-4390-801E-551D310BE305}" type="presOf" srcId="{18E7488F-6B24-4E2F-87C2-1E9AB94486BD}" destId="{283C4393-9892-46C3-B025-B0E2835EEE31}" srcOrd="0" destOrd="0" presId="urn:microsoft.com/office/officeart/2005/8/layout/lProcess2"/>
    <dgm:cxn modelId="{8A8E5FC5-384E-4266-9218-91751924E6EE}" type="presOf" srcId="{2CDC230E-0EBD-4896-B2A1-40F5838375DB}" destId="{2957D98F-16B2-4EEE-8E45-973089CD6059}" srcOrd="0" destOrd="0" presId="urn:microsoft.com/office/officeart/2005/8/layout/lProcess2"/>
    <dgm:cxn modelId="{CB4077C6-294D-46CE-840F-A80D2332FCF9}" type="presOf" srcId="{3EAA0370-4EC0-4C77-A047-7453BC3F78A0}" destId="{03720ECB-B4A2-4006-9483-4C53E7F70ED7}" srcOrd="0" destOrd="0" presId="urn:microsoft.com/office/officeart/2005/8/layout/lProcess2"/>
    <dgm:cxn modelId="{B37A11C7-E074-4E9D-B2E0-0C0AF9852973}" srcId="{43128349-7D80-469E-BE40-62BAA751C393}" destId="{DBF90052-15BA-4A0E-A1F5-079966742CC5}" srcOrd="3" destOrd="0" parTransId="{397C0EFE-6286-4623-B955-85D542F6AD79}" sibTransId="{BE53AE7D-0F42-41C7-B677-7CC50E81E791}"/>
    <dgm:cxn modelId="{0D7CC5C8-0DCA-47D0-9A16-B5AA491C77EF}" srcId="{A5FFA68C-79E5-46CB-84DA-4E23D061A138}" destId="{41331F6A-4E90-46B3-AC2E-E16B626418A7}" srcOrd="2" destOrd="0" parTransId="{0697A561-A94F-49AF-9EA5-8E613ADA55C0}" sibTransId="{E196983D-35C3-43FA-9522-A7AEB6E41000}"/>
    <dgm:cxn modelId="{84020FCE-5FAA-44CD-B98E-0BF818FA85C7}" srcId="{3B54D843-9AE4-4407-B0EA-1A0A4D2C7FB9}" destId="{B9DAF825-97F1-4B5E-87BC-FEC0FA3C25A0}" srcOrd="17" destOrd="0" parTransId="{23DD0182-B56D-45F1-B73D-B38455D8F3AB}" sibTransId="{111BABE2-5683-4900-8D6D-4BED5DF304EC}"/>
    <dgm:cxn modelId="{2B2E16D1-51F7-42BD-9BAD-D584E7DE3FCE}" srcId="{3B54D843-9AE4-4407-B0EA-1A0A4D2C7FB9}" destId="{ACFA1FA2-C89F-406D-9760-CC45880DDB4C}" srcOrd="5" destOrd="0" parTransId="{FE7FED21-3B8A-4533-A602-3C90D0A863D2}" sibTransId="{AA0FBE71-0EE7-456F-8194-0D88776EA517}"/>
    <dgm:cxn modelId="{E1D44FD2-8104-45B5-B538-4DC8DE4E7A02}" type="presOf" srcId="{97830452-8774-4871-A3D0-7495CD703681}" destId="{3DDB0BA3-E9A3-4337-A091-7C252DFD352E}" srcOrd="0" destOrd="0" presId="urn:microsoft.com/office/officeart/2005/8/layout/lProcess2"/>
    <dgm:cxn modelId="{019574D4-7F23-4061-9693-3DCE0C7B7285}" srcId="{7B1FF1CE-349B-4642-B988-1907C44C18FA}" destId="{3B54D843-9AE4-4407-B0EA-1A0A4D2C7FB9}" srcOrd="3" destOrd="0" parTransId="{83985E31-7202-4F30-9AEE-46BDED113C06}" sibTransId="{1C69C684-C12E-4330-8AD1-5561F6C97767}"/>
    <dgm:cxn modelId="{1E894CDA-F7EB-46C3-BE52-D14B5C7E5BB7}" type="presOf" srcId="{87021C77-C00E-4255-A9F9-3287374681E2}" destId="{2E2D60F4-DDA1-4223-8A1A-2A3BE3B1C947}" srcOrd="0" destOrd="0" presId="urn:microsoft.com/office/officeart/2005/8/layout/lProcess2"/>
    <dgm:cxn modelId="{C68682DD-D8B8-40CD-BF88-491DC8998471}" type="presOf" srcId="{D8E6E5FA-BDAA-4AEE-BFD9-50F03DD2DF33}" destId="{AEC114FD-1800-46A0-877A-6AAF9435CBDA}" srcOrd="0" destOrd="0" presId="urn:microsoft.com/office/officeart/2005/8/layout/lProcess2"/>
    <dgm:cxn modelId="{0D283CE0-AE89-46BB-8437-445E3199BB5A}" srcId="{A5FFA68C-79E5-46CB-84DA-4E23D061A138}" destId="{810BBF83-FC5D-4B16-977A-B12F1699D210}" srcOrd="5" destOrd="0" parTransId="{84B67A32-0D57-4DDE-8861-3A21C5A541FE}" sibTransId="{18291CF5-D54B-4253-B8B6-6D6A56D3EE20}"/>
    <dgm:cxn modelId="{211370E0-A0B8-48CD-90BB-83DA0DBEE83B}" type="presOf" srcId="{7B1FF1CE-349B-4642-B988-1907C44C18FA}" destId="{75D0177F-DD9E-4BDF-9FB3-433CD8AC95BF}" srcOrd="0" destOrd="0" presId="urn:microsoft.com/office/officeart/2005/8/layout/lProcess2"/>
    <dgm:cxn modelId="{82B69CE2-C369-42D2-A3D8-DA8E60F2F2AA}" type="presOf" srcId="{2E2FAFAC-0820-4455-BFFB-9C95AE2DD258}" destId="{14D35572-6432-4C37-9B2F-BD30303F1497}" srcOrd="0" destOrd="0" presId="urn:microsoft.com/office/officeart/2005/8/layout/lProcess2"/>
    <dgm:cxn modelId="{9A16B2E3-AFCE-41DC-9423-730EA27AB7B7}" type="presOf" srcId="{A5FFA68C-79E5-46CB-84DA-4E23D061A138}" destId="{B694E0EB-D142-4370-81FD-11C1E32F9E06}" srcOrd="1" destOrd="0" presId="urn:microsoft.com/office/officeart/2005/8/layout/lProcess2"/>
    <dgm:cxn modelId="{1767EFE6-CF56-4022-8F9C-33CDA42AF447}" srcId="{3AEF1D4B-E269-419A-89E9-7C6B5710E749}" destId="{93487188-B35C-40D9-BF66-799A0A62D4CB}" srcOrd="1" destOrd="0" parTransId="{20A2F81B-045D-4D76-8B73-AD94C01B9058}" sibTransId="{BC144ED4-2644-4A1E-A5FD-B54489D3C087}"/>
    <dgm:cxn modelId="{554054E7-C482-4522-B98C-8CEF0C6CB803}" type="presOf" srcId="{72E3D635-5136-4372-BFC3-A65B7C108CC2}" destId="{73977BA9-46C0-486A-B2F5-C9A0CD6DFAFA}" srcOrd="0" destOrd="0" presId="urn:microsoft.com/office/officeart/2005/8/layout/lProcess2"/>
    <dgm:cxn modelId="{82253FE8-D702-47AE-AEB8-76B0267EAA31}" type="presOf" srcId="{3A98146D-C699-411B-A3DF-808DC90B069F}" destId="{71229484-D72D-40F0-A19B-D23F85C931D0}" srcOrd="0" destOrd="0" presId="urn:microsoft.com/office/officeart/2005/8/layout/lProcess2"/>
    <dgm:cxn modelId="{3B03C1E8-07CC-4DBB-9023-9DBA153ED69B}" type="presOf" srcId="{C4C7700F-97E3-462B-B2AC-8FBC49EE0400}" destId="{2C35BFDA-5DCA-4D77-98DD-67C04C0AD080}" srcOrd="0" destOrd="0" presId="urn:microsoft.com/office/officeart/2005/8/layout/lProcess2"/>
    <dgm:cxn modelId="{D639EAE8-CBFF-4A76-96BF-0B48E8B7793B}" type="presOf" srcId="{3B54D843-9AE4-4407-B0EA-1A0A4D2C7FB9}" destId="{D332C266-A985-4982-A968-C833F1799680}" srcOrd="0" destOrd="0" presId="urn:microsoft.com/office/officeart/2005/8/layout/lProcess2"/>
    <dgm:cxn modelId="{6F9233EB-D38D-4EDF-AB7C-8C3E886A4A2D}" type="presOf" srcId="{FFE25FF4-0D6D-455E-A3AF-87FFB5FE6948}" destId="{4725E5A0-C633-4441-9340-BEC7D8F8224C}" srcOrd="0" destOrd="0" presId="urn:microsoft.com/office/officeart/2005/8/layout/lProcess2"/>
    <dgm:cxn modelId="{161579EC-CFDD-4C1A-BE44-7FECF613A0D6}" srcId="{3B54D843-9AE4-4407-B0EA-1A0A4D2C7FB9}" destId="{18E7488F-6B24-4E2F-87C2-1E9AB94486BD}" srcOrd="4" destOrd="0" parTransId="{C2A821C5-304E-4CCA-B84A-D7A396F68F37}" sibTransId="{8386E109-9CA6-4246-B443-B9F5BA4DFB94}"/>
    <dgm:cxn modelId="{CC1CB3EC-6F14-41DF-8153-57BB361E1806}" srcId="{A5FFA68C-79E5-46CB-84DA-4E23D061A138}" destId="{247E3A5D-92A3-4A75-B0CE-825CC4A7B493}" srcOrd="23" destOrd="0" parTransId="{B0FEC912-5432-4EB2-8744-6A2AE6AC0A7B}" sibTransId="{316A4BE0-0817-41A8-A8BF-0B459E35FD77}"/>
    <dgm:cxn modelId="{7E3768ED-5CF1-4E07-AEEB-3214AE98083E}" srcId="{A5FFA68C-79E5-46CB-84DA-4E23D061A138}" destId="{2E2FAFAC-0820-4455-BFFB-9C95AE2DD258}" srcOrd="13" destOrd="0" parTransId="{A7F03990-18CD-41C0-A754-C30E77A75F89}" sibTransId="{238C1CDE-7DD9-460B-8EC3-54AB5C541DB5}"/>
    <dgm:cxn modelId="{1D5B22FA-64DF-4A55-8AD2-73492F287638}" type="presOf" srcId="{FD7EC332-A8A3-4C15-B8EE-91584E8C6840}" destId="{31F4FDF4-BFB4-4ACF-848D-68E267249EDE}" srcOrd="0" destOrd="0" presId="urn:microsoft.com/office/officeart/2005/8/layout/lProcess2"/>
    <dgm:cxn modelId="{2B6715FB-D9CC-4F11-83B0-A101785E629D}" type="presOf" srcId="{11BDF919-9DB8-42B1-B487-6C14FC64BC3F}" destId="{A536142C-5002-432C-8BF4-E2BBFB1A0A92}" srcOrd="0" destOrd="0" presId="urn:microsoft.com/office/officeart/2005/8/layout/lProcess2"/>
    <dgm:cxn modelId="{12B62CFC-639B-4423-A3FC-388CDAC71500}" srcId="{7B1FF1CE-349B-4642-B988-1907C44C18FA}" destId="{A5FFA68C-79E5-46CB-84DA-4E23D061A138}" srcOrd="4" destOrd="0" parTransId="{B153EEF8-5731-4302-A69D-CDDCB7DA05EF}" sibTransId="{F5E9DFEB-B2F2-42AF-ADD2-C05A761E193F}"/>
    <dgm:cxn modelId="{CA689DFD-67E9-4EA2-B20D-7F7D74EC6904}" srcId="{3B54D843-9AE4-4407-B0EA-1A0A4D2C7FB9}" destId="{BD9CB56F-0EDB-4964-995E-A783096EE4D3}" srcOrd="7" destOrd="0" parTransId="{F619D041-5206-4504-ACFF-C54A66249C49}" sibTransId="{E59DE1AD-0BF3-41FC-89CA-2BF92C0924C2}"/>
    <dgm:cxn modelId="{D64D6BFE-D313-410C-82F8-5D80857104C2}" type="presOf" srcId="{6F74655F-3363-4719-844A-DF1677C637D7}" destId="{DF1F95AD-7CF8-46B9-9C47-BE9FBCDC3919}" srcOrd="0" destOrd="0" presId="urn:microsoft.com/office/officeart/2005/8/layout/lProcess2"/>
    <dgm:cxn modelId="{CBE4C0FF-339A-4D8C-9EFD-64B76939B1E2}" srcId="{A5FFA68C-79E5-46CB-84DA-4E23D061A138}" destId="{6B89939F-81EF-4D2C-AD4A-3134B9056BC0}" srcOrd="26" destOrd="0" parTransId="{0E6C62C1-A567-4097-8967-F4D4685436F2}" sibTransId="{ED401035-5A54-43A8-A737-BE2ABEB5A0B0}"/>
    <dgm:cxn modelId="{8C493B8F-33A0-45F6-A273-F94C6FDCFA03}" type="presParOf" srcId="{75D0177F-DD9E-4BDF-9FB3-433CD8AC95BF}" destId="{E2F36C0B-F85A-4EE2-96F9-637827544C58}" srcOrd="0" destOrd="0" presId="urn:microsoft.com/office/officeart/2005/8/layout/lProcess2"/>
    <dgm:cxn modelId="{6E6807D4-B3D0-44AC-B892-E62422FE514A}" type="presParOf" srcId="{E2F36C0B-F85A-4EE2-96F9-637827544C58}" destId="{773945C4-D5D0-489E-8189-37F540BC2321}" srcOrd="0" destOrd="0" presId="urn:microsoft.com/office/officeart/2005/8/layout/lProcess2"/>
    <dgm:cxn modelId="{AE39F237-D752-4CF5-92A1-90F8B9BF63FF}" type="presParOf" srcId="{E2F36C0B-F85A-4EE2-96F9-637827544C58}" destId="{E4B4507E-5C58-4FEF-9DBF-A2ADB01A6175}" srcOrd="1" destOrd="0" presId="urn:microsoft.com/office/officeart/2005/8/layout/lProcess2"/>
    <dgm:cxn modelId="{70500618-ED46-4CC2-99AB-6160DCF0E59C}" type="presParOf" srcId="{E2F36C0B-F85A-4EE2-96F9-637827544C58}" destId="{897BCDE3-4989-4960-9778-D978D8B59E89}" srcOrd="2" destOrd="0" presId="urn:microsoft.com/office/officeart/2005/8/layout/lProcess2"/>
    <dgm:cxn modelId="{FF925E1C-8B90-4011-908B-712AE12E5BE6}" type="presParOf" srcId="{897BCDE3-4989-4960-9778-D978D8B59E89}" destId="{D018413C-EB10-45A3-BEEB-BAF424B8ACD0}" srcOrd="0" destOrd="0" presId="urn:microsoft.com/office/officeart/2005/8/layout/lProcess2"/>
    <dgm:cxn modelId="{B730CA8E-0541-4061-AAA4-7DB9828CA6DF}" type="presParOf" srcId="{D018413C-EB10-45A3-BEEB-BAF424B8ACD0}" destId="{D5105F1E-D4B8-4F15-99A4-079BFA0B01C0}" srcOrd="0" destOrd="0" presId="urn:microsoft.com/office/officeart/2005/8/layout/lProcess2"/>
    <dgm:cxn modelId="{E5A29E08-CA05-4878-9D52-46C700DA376B}" type="presParOf" srcId="{D018413C-EB10-45A3-BEEB-BAF424B8ACD0}" destId="{4CD26197-BA46-4222-A28F-6A0C3A9FEF09}" srcOrd="1" destOrd="0" presId="urn:microsoft.com/office/officeart/2005/8/layout/lProcess2"/>
    <dgm:cxn modelId="{E366209D-19AD-4E1D-8523-B0995B03F293}" type="presParOf" srcId="{D018413C-EB10-45A3-BEEB-BAF424B8ACD0}" destId="{9A2A1694-92B1-4FA4-A2D9-3A51BE501092}" srcOrd="2" destOrd="0" presId="urn:microsoft.com/office/officeart/2005/8/layout/lProcess2"/>
    <dgm:cxn modelId="{57F89788-85BB-4955-AAD6-0EDB628A71A0}" type="presParOf" srcId="{75D0177F-DD9E-4BDF-9FB3-433CD8AC95BF}" destId="{5D46763C-213C-40C1-A1E7-6CB54821F1D8}" srcOrd="1" destOrd="0" presId="urn:microsoft.com/office/officeart/2005/8/layout/lProcess2"/>
    <dgm:cxn modelId="{E20D23B8-7B0F-4EF2-9FE7-178162D4FB75}" type="presParOf" srcId="{75D0177F-DD9E-4BDF-9FB3-433CD8AC95BF}" destId="{139EEACA-7C85-4710-A055-4C42AE2E98D4}" srcOrd="2" destOrd="0" presId="urn:microsoft.com/office/officeart/2005/8/layout/lProcess2"/>
    <dgm:cxn modelId="{5982EB74-9FEF-4A5C-9E29-DBA41665FFB9}" type="presParOf" srcId="{139EEACA-7C85-4710-A055-4C42AE2E98D4}" destId="{0BB1651A-C6D7-436F-AA1D-D5C38D783873}" srcOrd="0" destOrd="0" presId="urn:microsoft.com/office/officeart/2005/8/layout/lProcess2"/>
    <dgm:cxn modelId="{31BC3BDA-3945-4D2E-A801-8ACA14B4EE42}" type="presParOf" srcId="{139EEACA-7C85-4710-A055-4C42AE2E98D4}" destId="{FBA2F2CF-CCCC-46EE-BE70-E0C2761A4559}" srcOrd="1" destOrd="0" presId="urn:microsoft.com/office/officeart/2005/8/layout/lProcess2"/>
    <dgm:cxn modelId="{D3DAF705-F37C-44FC-B200-842C74117696}" type="presParOf" srcId="{139EEACA-7C85-4710-A055-4C42AE2E98D4}" destId="{A11ADA29-2D6E-4D5B-A306-E68660C84AA0}" srcOrd="2" destOrd="0" presId="urn:microsoft.com/office/officeart/2005/8/layout/lProcess2"/>
    <dgm:cxn modelId="{E4B8DFD2-9B39-4246-85C1-600998625452}" type="presParOf" srcId="{A11ADA29-2D6E-4D5B-A306-E68660C84AA0}" destId="{BA26541A-C4E9-4419-AAAC-8BCA1C7EE70D}" srcOrd="0" destOrd="0" presId="urn:microsoft.com/office/officeart/2005/8/layout/lProcess2"/>
    <dgm:cxn modelId="{6FFD3A11-9E64-48FD-AB23-D796D5796363}" type="presParOf" srcId="{BA26541A-C4E9-4419-AAAC-8BCA1C7EE70D}" destId="{ACF02E65-012A-462C-A16E-CDEB39E7479C}" srcOrd="0" destOrd="0" presId="urn:microsoft.com/office/officeart/2005/8/layout/lProcess2"/>
    <dgm:cxn modelId="{BC1DE173-E2A2-478E-A2FE-F4D59E028F5E}" type="presParOf" srcId="{BA26541A-C4E9-4419-AAAC-8BCA1C7EE70D}" destId="{417C6698-15F5-44E8-A536-CBEEABB68188}" srcOrd="1" destOrd="0" presId="urn:microsoft.com/office/officeart/2005/8/layout/lProcess2"/>
    <dgm:cxn modelId="{2973C4F7-3F89-43BD-ACB3-519F654351AA}" type="presParOf" srcId="{BA26541A-C4E9-4419-AAAC-8BCA1C7EE70D}" destId="{DF1F95AD-7CF8-46B9-9C47-BE9FBCDC3919}" srcOrd="2" destOrd="0" presId="urn:microsoft.com/office/officeart/2005/8/layout/lProcess2"/>
    <dgm:cxn modelId="{5DACA4D0-7F8F-4098-B643-72909038B1FC}" type="presParOf" srcId="{75D0177F-DD9E-4BDF-9FB3-433CD8AC95BF}" destId="{7C3720BB-5247-4DFB-B0EA-EE14447821F0}" srcOrd="3" destOrd="0" presId="urn:microsoft.com/office/officeart/2005/8/layout/lProcess2"/>
    <dgm:cxn modelId="{08FAD16B-9F42-4A9E-86FD-CC487B7C5C27}" type="presParOf" srcId="{75D0177F-DD9E-4BDF-9FB3-433CD8AC95BF}" destId="{2E12CB07-CE06-4D4E-A067-F28BCFAE898E}" srcOrd="4" destOrd="0" presId="urn:microsoft.com/office/officeart/2005/8/layout/lProcess2"/>
    <dgm:cxn modelId="{2C6D39CC-011C-4005-806B-5CF50F944194}" type="presParOf" srcId="{2E12CB07-CE06-4D4E-A067-F28BCFAE898E}" destId="{E7BAA1EF-E5FD-4E9D-8FF3-6D3167B582C8}" srcOrd="0" destOrd="0" presId="urn:microsoft.com/office/officeart/2005/8/layout/lProcess2"/>
    <dgm:cxn modelId="{313C0905-57AB-4E83-B924-1DB691985CE8}" type="presParOf" srcId="{2E12CB07-CE06-4D4E-A067-F28BCFAE898E}" destId="{3D345D24-030C-4B32-BC0F-AABA9A84C6D6}" srcOrd="1" destOrd="0" presId="urn:microsoft.com/office/officeart/2005/8/layout/lProcess2"/>
    <dgm:cxn modelId="{0DA58E15-D77C-41BD-851B-BE6B139FE776}" type="presParOf" srcId="{2E12CB07-CE06-4D4E-A067-F28BCFAE898E}" destId="{24010DDB-E041-4846-82D4-A25F41BD116B}" srcOrd="2" destOrd="0" presId="urn:microsoft.com/office/officeart/2005/8/layout/lProcess2"/>
    <dgm:cxn modelId="{940922BC-4597-4ED2-BBE1-6CD3410D5F78}" type="presParOf" srcId="{24010DDB-E041-4846-82D4-A25F41BD116B}" destId="{136F31C6-A5CC-4669-8332-EB53E3FC59D4}" srcOrd="0" destOrd="0" presId="urn:microsoft.com/office/officeart/2005/8/layout/lProcess2"/>
    <dgm:cxn modelId="{F61C25EB-F2C9-437D-8D58-5380C3F99475}" type="presParOf" srcId="{136F31C6-A5CC-4669-8332-EB53E3FC59D4}" destId="{22915965-1C7A-4470-AB3C-6FAC8B87E5E4}" srcOrd="0" destOrd="0" presId="urn:microsoft.com/office/officeart/2005/8/layout/lProcess2"/>
    <dgm:cxn modelId="{E4DAE280-488C-40F6-AC59-2B954BF16C42}" type="presParOf" srcId="{136F31C6-A5CC-4669-8332-EB53E3FC59D4}" destId="{5EB3290C-4ECA-4D58-9C7D-BAE59CA6DB0F}" srcOrd="1" destOrd="0" presId="urn:microsoft.com/office/officeart/2005/8/layout/lProcess2"/>
    <dgm:cxn modelId="{403A1DF5-2DD3-4191-8150-DAE1C1236D60}" type="presParOf" srcId="{136F31C6-A5CC-4669-8332-EB53E3FC59D4}" destId="{C3CE5318-3449-4225-A6E7-5A0E8C6FE693}" srcOrd="2" destOrd="0" presId="urn:microsoft.com/office/officeart/2005/8/layout/lProcess2"/>
    <dgm:cxn modelId="{73D6AD13-4F3D-4CCA-B91D-2EB1E86453CD}" type="presParOf" srcId="{136F31C6-A5CC-4669-8332-EB53E3FC59D4}" destId="{048DF79A-FC94-40E6-917D-8403536FF724}" srcOrd="3" destOrd="0" presId="urn:microsoft.com/office/officeart/2005/8/layout/lProcess2"/>
    <dgm:cxn modelId="{FEC73079-7644-40D4-ACD2-F1D65D59A9D8}" type="presParOf" srcId="{136F31C6-A5CC-4669-8332-EB53E3FC59D4}" destId="{1F1BB047-AC94-405A-B07E-BFE764524FC1}" srcOrd="4" destOrd="0" presId="urn:microsoft.com/office/officeart/2005/8/layout/lProcess2"/>
    <dgm:cxn modelId="{B213868C-F447-4E6B-B95E-9DEE0146B1AC}" type="presParOf" srcId="{136F31C6-A5CC-4669-8332-EB53E3FC59D4}" destId="{367DF30E-86CC-4DFB-8617-9AB1BFD72A6A}" srcOrd="5" destOrd="0" presId="urn:microsoft.com/office/officeart/2005/8/layout/lProcess2"/>
    <dgm:cxn modelId="{3F4CD399-E210-4821-A2A7-35D9730AF405}" type="presParOf" srcId="{136F31C6-A5CC-4669-8332-EB53E3FC59D4}" destId="{97183CC4-78EA-4D75-B7F2-1A4C5E852F10}" srcOrd="6" destOrd="0" presId="urn:microsoft.com/office/officeart/2005/8/layout/lProcess2"/>
    <dgm:cxn modelId="{650F001E-1DE0-4EE1-A227-6DCEE0642212}" type="presParOf" srcId="{75D0177F-DD9E-4BDF-9FB3-433CD8AC95BF}" destId="{FB6E1ECE-7483-4F82-86E5-0183CB8CDB15}" srcOrd="5" destOrd="0" presId="urn:microsoft.com/office/officeart/2005/8/layout/lProcess2"/>
    <dgm:cxn modelId="{9CF9D9BA-C378-484A-B503-25C4B7B8F425}" type="presParOf" srcId="{75D0177F-DD9E-4BDF-9FB3-433CD8AC95BF}" destId="{D66CDE5E-D4D7-48EF-B819-E374081D02D1}" srcOrd="6" destOrd="0" presId="urn:microsoft.com/office/officeart/2005/8/layout/lProcess2"/>
    <dgm:cxn modelId="{068857E0-4E94-4510-A50A-9202CD1741A2}" type="presParOf" srcId="{D66CDE5E-D4D7-48EF-B819-E374081D02D1}" destId="{D332C266-A985-4982-A968-C833F1799680}" srcOrd="0" destOrd="0" presId="urn:microsoft.com/office/officeart/2005/8/layout/lProcess2"/>
    <dgm:cxn modelId="{AC4D2AE3-766A-4F33-A550-F5165C5B6315}" type="presParOf" srcId="{D66CDE5E-D4D7-48EF-B819-E374081D02D1}" destId="{00A3026D-4DFE-444D-AACE-2BCC18FE8B1E}" srcOrd="1" destOrd="0" presId="urn:microsoft.com/office/officeart/2005/8/layout/lProcess2"/>
    <dgm:cxn modelId="{62BA8ABB-8411-40F7-8F29-56D58E52C93C}" type="presParOf" srcId="{D66CDE5E-D4D7-48EF-B819-E374081D02D1}" destId="{2B143390-6B44-4689-A016-FF9E34ECFC08}" srcOrd="2" destOrd="0" presId="urn:microsoft.com/office/officeart/2005/8/layout/lProcess2"/>
    <dgm:cxn modelId="{3868002E-7AC3-45D5-8A80-D36EB5B438B0}" type="presParOf" srcId="{2B143390-6B44-4689-A016-FF9E34ECFC08}" destId="{C796E211-FC83-417E-A1CB-01F3A325BB6B}" srcOrd="0" destOrd="0" presId="urn:microsoft.com/office/officeart/2005/8/layout/lProcess2"/>
    <dgm:cxn modelId="{60C112B5-59DF-439C-A3D5-7A2346D58436}" type="presParOf" srcId="{C796E211-FC83-417E-A1CB-01F3A325BB6B}" destId="{C683647D-A4A9-4EC4-8CD5-B3FFF4255E1A}" srcOrd="0" destOrd="0" presId="urn:microsoft.com/office/officeart/2005/8/layout/lProcess2"/>
    <dgm:cxn modelId="{BF173AB5-7568-4DBE-AF0B-830844D8A98C}" type="presParOf" srcId="{C796E211-FC83-417E-A1CB-01F3A325BB6B}" destId="{40ABCD59-51C8-436B-B83E-5F378013E073}" srcOrd="1" destOrd="0" presId="urn:microsoft.com/office/officeart/2005/8/layout/lProcess2"/>
    <dgm:cxn modelId="{9441682A-B643-4CCC-BAA9-43C45553B5C2}" type="presParOf" srcId="{C796E211-FC83-417E-A1CB-01F3A325BB6B}" destId="{35D0F40C-940E-4CEA-913C-F83985336973}" srcOrd="2" destOrd="0" presId="urn:microsoft.com/office/officeart/2005/8/layout/lProcess2"/>
    <dgm:cxn modelId="{DF138124-CD03-4DC7-AD57-EDC97CD80B36}" type="presParOf" srcId="{C796E211-FC83-417E-A1CB-01F3A325BB6B}" destId="{2EF1E113-BEBC-4563-91C2-C0DC3D26FFC6}" srcOrd="3" destOrd="0" presId="urn:microsoft.com/office/officeart/2005/8/layout/lProcess2"/>
    <dgm:cxn modelId="{81C3006C-5B69-461A-B132-8FB36020E6CF}" type="presParOf" srcId="{C796E211-FC83-417E-A1CB-01F3A325BB6B}" destId="{ED7C8AB9-64B1-4793-B24D-84DD51E43854}" srcOrd="4" destOrd="0" presId="urn:microsoft.com/office/officeart/2005/8/layout/lProcess2"/>
    <dgm:cxn modelId="{DDB9373E-3A6A-40FB-9DA6-E9B29614E274}" type="presParOf" srcId="{C796E211-FC83-417E-A1CB-01F3A325BB6B}" destId="{FB575CFA-D1C2-4EEA-A3D8-4BAE03B0489A}" srcOrd="5" destOrd="0" presId="urn:microsoft.com/office/officeart/2005/8/layout/lProcess2"/>
    <dgm:cxn modelId="{6EB9893F-7655-4EED-9E3E-16106AF49D08}" type="presParOf" srcId="{C796E211-FC83-417E-A1CB-01F3A325BB6B}" destId="{2957D98F-16B2-4EEE-8E45-973089CD6059}" srcOrd="6" destOrd="0" presId="urn:microsoft.com/office/officeart/2005/8/layout/lProcess2"/>
    <dgm:cxn modelId="{DCC82CD9-2278-4AB2-B7E5-62117DF866E0}" type="presParOf" srcId="{C796E211-FC83-417E-A1CB-01F3A325BB6B}" destId="{BFDD47B2-01AF-44AE-9CFF-D2BFCBE0833B}" srcOrd="7" destOrd="0" presId="urn:microsoft.com/office/officeart/2005/8/layout/lProcess2"/>
    <dgm:cxn modelId="{4F4672D1-E61E-4681-95A4-22B9664DEE81}" type="presParOf" srcId="{C796E211-FC83-417E-A1CB-01F3A325BB6B}" destId="{283C4393-9892-46C3-B025-B0E2835EEE31}" srcOrd="8" destOrd="0" presId="urn:microsoft.com/office/officeart/2005/8/layout/lProcess2"/>
    <dgm:cxn modelId="{9F3AE8B6-0427-4D15-8503-B150728A724B}" type="presParOf" srcId="{C796E211-FC83-417E-A1CB-01F3A325BB6B}" destId="{676F4150-69F4-4F3B-AE63-7228047089CA}" srcOrd="9" destOrd="0" presId="urn:microsoft.com/office/officeart/2005/8/layout/lProcess2"/>
    <dgm:cxn modelId="{98D456D6-F718-49C3-BEF7-4FD2FD95DE62}" type="presParOf" srcId="{C796E211-FC83-417E-A1CB-01F3A325BB6B}" destId="{3D9C314C-ACE6-47A5-BC49-C826EE30D4E6}" srcOrd="10" destOrd="0" presId="urn:microsoft.com/office/officeart/2005/8/layout/lProcess2"/>
    <dgm:cxn modelId="{630640C3-C852-4B86-8D59-D10FD7E525A1}" type="presParOf" srcId="{C796E211-FC83-417E-A1CB-01F3A325BB6B}" destId="{CD1A0DC3-14D9-40D4-AFEC-F568DCAE7073}" srcOrd="11" destOrd="0" presId="urn:microsoft.com/office/officeart/2005/8/layout/lProcess2"/>
    <dgm:cxn modelId="{8B0BFA02-B048-40EA-A57F-425B7A6061B7}" type="presParOf" srcId="{C796E211-FC83-417E-A1CB-01F3A325BB6B}" destId="{1F7AF34E-D283-4E0E-AE9C-7F3306BCC4CD}" srcOrd="12" destOrd="0" presId="urn:microsoft.com/office/officeart/2005/8/layout/lProcess2"/>
    <dgm:cxn modelId="{5DF67F16-1466-42B4-B704-58B5427E4DEB}" type="presParOf" srcId="{C796E211-FC83-417E-A1CB-01F3A325BB6B}" destId="{66EF2810-5D90-4DB4-8687-2463DE26C4B4}" srcOrd="13" destOrd="0" presId="urn:microsoft.com/office/officeart/2005/8/layout/lProcess2"/>
    <dgm:cxn modelId="{4A7C17BA-B056-4FB0-8D0E-E8179DACD26F}" type="presParOf" srcId="{C796E211-FC83-417E-A1CB-01F3A325BB6B}" destId="{D237160A-4E4E-4D20-82F6-CA88B3D30EE9}" srcOrd="14" destOrd="0" presId="urn:microsoft.com/office/officeart/2005/8/layout/lProcess2"/>
    <dgm:cxn modelId="{D17AF379-3695-40D2-B08A-6601CDF710CA}" type="presParOf" srcId="{C796E211-FC83-417E-A1CB-01F3A325BB6B}" destId="{91724DAA-3025-4DE4-A0BA-113FBC694D29}" srcOrd="15" destOrd="0" presId="urn:microsoft.com/office/officeart/2005/8/layout/lProcess2"/>
    <dgm:cxn modelId="{18E28265-A1AF-4D23-BEDD-5D2C96F2970E}" type="presParOf" srcId="{C796E211-FC83-417E-A1CB-01F3A325BB6B}" destId="{208EE716-0049-4A11-B69E-B94EAB21B181}" srcOrd="16" destOrd="0" presId="urn:microsoft.com/office/officeart/2005/8/layout/lProcess2"/>
    <dgm:cxn modelId="{75A10B91-3825-4D65-AA44-35598F9AB5AC}" type="presParOf" srcId="{C796E211-FC83-417E-A1CB-01F3A325BB6B}" destId="{F20DFB5C-A84E-46A7-9CBC-72B02065CB5F}" srcOrd="17" destOrd="0" presId="urn:microsoft.com/office/officeart/2005/8/layout/lProcess2"/>
    <dgm:cxn modelId="{67D87C35-9135-495F-8118-D1D516282F4D}" type="presParOf" srcId="{C796E211-FC83-417E-A1CB-01F3A325BB6B}" destId="{E172BAA7-400A-42CA-A379-9818386EE8A0}" srcOrd="18" destOrd="0" presId="urn:microsoft.com/office/officeart/2005/8/layout/lProcess2"/>
    <dgm:cxn modelId="{30325D6F-996A-464A-93F9-316BE02E223B}" type="presParOf" srcId="{C796E211-FC83-417E-A1CB-01F3A325BB6B}" destId="{5E374520-6CB2-4ED3-95CD-4F98A9263949}" srcOrd="19" destOrd="0" presId="urn:microsoft.com/office/officeart/2005/8/layout/lProcess2"/>
    <dgm:cxn modelId="{FD5DD891-EC07-4830-A560-46017CD19C10}" type="presParOf" srcId="{C796E211-FC83-417E-A1CB-01F3A325BB6B}" destId="{9CF22882-A250-47C3-8E72-E0360B360BCC}" srcOrd="20" destOrd="0" presId="urn:microsoft.com/office/officeart/2005/8/layout/lProcess2"/>
    <dgm:cxn modelId="{0E633EF2-1DF0-47F7-ADA0-84FA606FD95C}" type="presParOf" srcId="{C796E211-FC83-417E-A1CB-01F3A325BB6B}" destId="{FA8CB026-4006-4E61-986A-7834F57EDF68}" srcOrd="21" destOrd="0" presId="urn:microsoft.com/office/officeart/2005/8/layout/lProcess2"/>
    <dgm:cxn modelId="{D9CDC1E0-CD7F-44CA-B59B-B17BECF5E0E2}" type="presParOf" srcId="{C796E211-FC83-417E-A1CB-01F3A325BB6B}" destId="{83136760-A65D-4316-8386-07D88094905D}" srcOrd="22" destOrd="0" presId="urn:microsoft.com/office/officeart/2005/8/layout/lProcess2"/>
    <dgm:cxn modelId="{6A7E9F15-605E-48A1-BD69-FDD4301E5D53}" type="presParOf" srcId="{C796E211-FC83-417E-A1CB-01F3A325BB6B}" destId="{84F29769-8647-47DB-BCEE-89D6894EB407}" srcOrd="23" destOrd="0" presId="urn:microsoft.com/office/officeart/2005/8/layout/lProcess2"/>
    <dgm:cxn modelId="{6EA4FA27-2DC4-4E15-BB32-039D04B24ADC}" type="presParOf" srcId="{C796E211-FC83-417E-A1CB-01F3A325BB6B}" destId="{83538F08-2FC9-4D50-A2BA-119F3281BD29}" srcOrd="24" destOrd="0" presId="urn:microsoft.com/office/officeart/2005/8/layout/lProcess2"/>
    <dgm:cxn modelId="{CD49F1A3-D8DA-43CF-A4C9-157E3B6C85AD}" type="presParOf" srcId="{C796E211-FC83-417E-A1CB-01F3A325BB6B}" destId="{E5901858-682F-4760-8919-3BC0AEAA2EF6}" srcOrd="25" destOrd="0" presId="urn:microsoft.com/office/officeart/2005/8/layout/lProcess2"/>
    <dgm:cxn modelId="{E1284CE4-A6CA-443F-9092-8E3409786D5D}" type="presParOf" srcId="{C796E211-FC83-417E-A1CB-01F3A325BB6B}" destId="{A536142C-5002-432C-8BF4-E2BBFB1A0A92}" srcOrd="26" destOrd="0" presId="urn:microsoft.com/office/officeart/2005/8/layout/lProcess2"/>
    <dgm:cxn modelId="{E3C1C296-0FEE-41C6-B485-B1FC4A4D1E6E}" type="presParOf" srcId="{C796E211-FC83-417E-A1CB-01F3A325BB6B}" destId="{A83C2CD6-7A8A-4BDE-B570-F9AA5F018804}" srcOrd="27" destOrd="0" presId="urn:microsoft.com/office/officeart/2005/8/layout/lProcess2"/>
    <dgm:cxn modelId="{0D77FA2F-9077-4014-8457-51726C7E57B3}" type="presParOf" srcId="{C796E211-FC83-417E-A1CB-01F3A325BB6B}" destId="{D46BDA29-8F8E-4E4A-AF3B-AF5C914C4E9F}" srcOrd="28" destOrd="0" presId="urn:microsoft.com/office/officeart/2005/8/layout/lProcess2"/>
    <dgm:cxn modelId="{7CCB471C-1BBB-4912-A558-BE20584D33FA}" type="presParOf" srcId="{C796E211-FC83-417E-A1CB-01F3A325BB6B}" destId="{3621A404-133C-4E2B-86E9-A7CB64071152}" srcOrd="29" destOrd="0" presId="urn:microsoft.com/office/officeart/2005/8/layout/lProcess2"/>
    <dgm:cxn modelId="{73EBBC36-909F-4C66-958A-8295BFE716F5}" type="presParOf" srcId="{C796E211-FC83-417E-A1CB-01F3A325BB6B}" destId="{4725E5A0-C633-4441-9340-BEC7D8F8224C}" srcOrd="30" destOrd="0" presId="urn:microsoft.com/office/officeart/2005/8/layout/lProcess2"/>
    <dgm:cxn modelId="{EBAC55B5-E41D-4F77-A0B4-12DA24572802}" type="presParOf" srcId="{C796E211-FC83-417E-A1CB-01F3A325BB6B}" destId="{A02792DC-152A-4B52-ADE4-3DCFE8AF8D67}" srcOrd="31" destOrd="0" presId="urn:microsoft.com/office/officeart/2005/8/layout/lProcess2"/>
    <dgm:cxn modelId="{7BB54BFB-95BA-430F-A620-1FDD9B69B33D}" type="presParOf" srcId="{C796E211-FC83-417E-A1CB-01F3A325BB6B}" destId="{93BDBA7F-6788-449C-9EB7-601480CEA5DE}" srcOrd="32" destOrd="0" presId="urn:microsoft.com/office/officeart/2005/8/layout/lProcess2"/>
    <dgm:cxn modelId="{5DCB9273-63F8-40D8-8F3C-064C050B519E}" type="presParOf" srcId="{C796E211-FC83-417E-A1CB-01F3A325BB6B}" destId="{12E22F36-9251-4872-AB9A-7204072877A2}" srcOrd="33" destOrd="0" presId="urn:microsoft.com/office/officeart/2005/8/layout/lProcess2"/>
    <dgm:cxn modelId="{1C3F4A71-5D1E-4BA1-9620-AA5D38CFD102}" type="presParOf" srcId="{C796E211-FC83-417E-A1CB-01F3A325BB6B}" destId="{289F7F13-97C9-498B-A768-28256864F3DF}" srcOrd="34" destOrd="0" presId="urn:microsoft.com/office/officeart/2005/8/layout/lProcess2"/>
    <dgm:cxn modelId="{EA51D3EE-2011-404C-B863-28C24188B7B4}" type="presParOf" srcId="{C796E211-FC83-417E-A1CB-01F3A325BB6B}" destId="{98C80259-DB62-4407-9E03-043FF34F6D3E}" srcOrd="35" destOrd="0" presId="urn:microsoft.com/office/officeart/2005/8/layout/lProcess2"/>
    <dgm:cxn modelId="{A56A4BBC-80F2-4824-AB2B-870D411B7EE4}" type="presParOf" srcId="{C796E211-FC83-417E-A1CB-01F3A325BB6B}" destId="{FA10D801-6539-4E35-A98F-EDBCC0BCF200}" srcOrd="36" destOrd="0" presId="urn:microsoft.com/office/officeart/2005/8/layout/lProcess2"/>
    <dgm:cxn modelId="{A0B68CBB-EE90-4DF3-A5AA-AC417AAA30BC}" type="presParOf" srcId="{C796E211-FC83-417E-A1CB-01F3A325BB6B}" destId="{439DC793-9612-47FE-960F-EAFB16540D27}" srcOrd="37" destOrd="0" presId="urn:microsoft.com/office/officeart/2005/8/layout/lProcess2"/>
    <dgm:cxn modelId="{209BAD76-3A54-40EA-BCFC-A261798DBA1F}" type="presParOf" srcId="{C796E211-FC83-417E-A1CB-01F3A325BB6B}" destId="{2E2D60F4-DDA1-4223-8A1A-2A3BE3B1C947}" srcOrd="38" destOrd="0" presId="urn:microsoft.com/office/officeart/2005/8/layout/lProcess2"/>
    <dgm:cxn modelId="{8E66FBD9-46B8-4C29-8E87-EFBA5D53ED9A}" type="presParOf" srcId="{75D0177F-DD9E-4BDF-9FB3-433CD8AC95BF}" destId="{4017FEAC-1F95-4D31-8DD1-A30A586B6126}" srcOrd="7" destOrd="0" presId="urn:microsoft.com/office/officeart/2005/8/layout/lProcess2"/>
    <dgm:cxn modelId="{8AD70523-1C99-4E7C-BCFC-CA7BC9D06BEA}" type="presParOf" srcId="{75D0177F-DD9E-4BDF-9FB3-433CD8AC95BF}" destId="{E1A8FAE5-2618-4FD2-B0FA-70B18738CB87}" srcOrd="8" destOrd="0" presId="urn:microsoft.com/office/officeart/2005/8/layout/lProcess2"/>
    <dgm:cxn modelId="{DB0E1655-8518-45F4-8EBB-85DE9757E2D3}" type="presParOf" srcId="{E1A8FAE5-2618-4FD2-B0FA-70B18738CB87}" destId="{6F988203-D19A-438B-B31C-9302D6F40BA9}" srcOrd="0" destOrd="0" presId="urn:microsoft.com/office/officeart/2005/8/layout/lProcess2"/>
    <dgm:cxn modelId="{9D446845-3053-450E-A4A8-04D1D6BB3121}" type="presParOf" srcId="{E1A8FAE5-2618-4FD2-B0FA-70B18738CB87}" destId="{B694E0EB-D142-4370-81FD-11C1E32F9E06}" srcOrd="1" destOrd="0" presId="urn:microsoft.com/office/officeart/2005/8/layout/lProcess2"/>
    <dgm:cxn modelId="{8FEE975C-2859-4AB6-862A-0051869C4A6C}" type="presParOf" srcId="{E1A8FAE5-2618-4FD2-B0FA-70B18738CB87}" destId="{DF41E437-E2F1-47D1-BFC2-66C76591875A}" srcOrd="2" destOrd="0" presId="urn:microsoft.com/office/officeart/2005/8/layout/lProcess2"/>
    <dgm:cxn modelId="{F8BB7102-1D7C-483B-9418-237289567624}" type="presParOf" srcId="{DF41E437-E2F1-47D1-BFC2-66C76591875A}" destId="{6346996D-AB48-474A-9378-84349CE6F9EF}" srcOrd="0" destOrd="0" presId="urn:microsoft.com/office/officeart/2005/8/layout/lProcess2"/>
    <dgm:cxn modelId="{1D5D630F-B3FF-447A-BC27-13CD78A9843C}" type="presParOf" srcId="{6346996D-AB48-474A-9378-84349CE6F9EF}" destId="{C0053E3F-A06E-403D-88F1-8C6F8D57C0F9}" srcOrd="0" destOrd="0" presId="urn:microsoft.com/office/officeart/2005/8/layout/lProcess2"/>
    <dgm:cxn modelId="{FB5E2FD6-B20A-4086-8D40-57D2AFFA6947}" type="presParOf" srcId="{6346996D-AB48-474A-9378-84349CE6F9EF}" destId="{4DE68FEF-90D6-470C-93AA-66CBCC991F37}" srcOrd="1" destOrd="0" presId="urn:microsoft.com/office/officeart/2005/8/layout/lProcess2"/>
    <dgm:cxn modelId="{DBA67A23-77A1-4893-987A-457A796605FA}" type="presParOf" srcId="{6346996D-AB48-474A-9378-84349CE6F9EF}" destId="{5278A07F-1AFE-4D30-8E44-B287488E9888}" srcOrd="2" destOrd="0" presId="urn:microsoft.com/office/officeart/2005/8/layout/lProcess2"/>
    <dgm:cxn modelId="{9009C3E0-500F-4AC1-B512-0A6E3E15F8ED}" type="presParOf" srcId="{6346996D-AB48-474A-9378-84349CE6F9EF}" destId="{09511F81-3B8F-47E9-B5CE-88FF013CDEBB}" srcOrd="3" destOrd="0" presId="urn:microsoft.com/office/officeart/2005/8/layout/lProcess2"/>
    <dgm:cxn modelId="{78C0C9DB-210C-4134-B900-8EEB9C865C0A}" type="presParOf" srcId="{6346996D-AB48-474A-9378-84349CE6F9EF}" destId="{F5555863-A396-4206-8FDF-B98B79E1CB89}" srcOrd="4" destOrd="0" presId="urn:microsoft.com/office/officeart/2005/8/layout/lProcess2"/>
    <dgm:cxn modelId="{F8F16CEF-1F7B-448F-B6E2-B583EB36AD1F}" type="presParOf" srcId="{6346996D-AB48-474A-9378-84349CE6F9EF}" destId="{526890B2-8B1B-4298-9378-2A1189125FEF}" srcOrd="5" destOrd="0" presId="urn:microsoft.com/office/officeart/2005/8/layout/lProcess2"/>
    <dgm:cxn modelId="{A87E8B33-057D-4623-84BC-9CEFFDB10614}" type="presParOf" srcId="{6346996D-AB48-474A-9378-84349CE6F9EF}" destId="{31F4FDF4-BFB4-4ACF-848D-68E267249EDE}" srcOrd="6" destOrd="0" presId="urn:microsoft.com/office/officeart/2005/8/layout/lProcess2"/>
    <dgm:cxn modelId="{BBA8B811-F1EF-4F47-8A49-438FADD225AB}" type="presParOf" srcId="{6346996D-AB48-474A-9378-84349CE6F9EF}" destId="{33FA26F1-4754-4D9D-B5ED-22F5B1D8231A}" srcOrd="7" destOrd="0" presId="urn:microsoft.com/office/officeart/2005/8/layout/lProcess2"/>
    <dgm:cxn modelId="{4EB0536C-8A7E-4C98-805C-F9B9BD30B26B}" type="presParOf" srcId="{6346996D-AB48-474A-9378-84349CE6F9EF}" destId="{73977BA9-46C0-486A-B2F5-C9A0CD6DFAFA}" srcOrd="8" destOrd="0" presId="urn:microsoft.com/office/officeart/2005/8/layout/lProcess2"/>
    <dgm:cxn modelId="{A7CFB61C-6309-4F4A-86B0-63C707DD5E31}" type="presParOf" srcId="{6346996D-AB48-474A-9378-84349CE6F9EF}" destId="{7007BE86-1FFA-4C97-B5FE-A08C6217FA12}" srcOrd="9" destOrd="0" presId="urn:microsoft.com/office/officeart/2005/8/layout/lProcess2"/>
    <dgm:cxn modelId="{62CB6B0B-C6B1-4864-AC11-4494012FD9B1}" type="presParOf" srcId="{6346996D-AB48-474A-9378-84349CE6F9EF}" destId="{14900F49-6862-4A4A-A1EE-CEEC8AB2C2D3}" srcOrd="10" destOrd="0" presId="urn:microsoft.com/office/officeart/2005/8/layout/lProcess2"/>
    <dgm:cxn modelId="{3E52559F-E137-4804-BC0A-B5B39130D51B}" type="presParOf" srcId="{6346996D-AB48-474A-9378-84349CE6F9EF}" destId="{B8C87C1A-4AC3-4A0E-814C-9CEC5E6ECF31}" srcOrd="11" destOrd="0" presId="urn:microsoft.com/office/officeart/2005/8/layout/lProcess2"/>
    <dgm:cxn modelId="{D5BB57DE-71A1-4062-A722-DD77CD71E2C3}" type="presParOf" srcId="{6346996D-AB48-474A-9378-84349CE6F9EF}" destId="{58675393-7CFC-4778-BC2E-33A9F905CB63}" srcOrd="12" destOrd="0" presId="urn:microsoft.com/office/officeart/2005/8/layout/lProcess2"/>
    <dgm:cxn modelId="{E0EF57BB-C998-4843-95CF-5BEF5C3C0719}" type="presParOf" srcId="{6346996D-AB48-474A-9378-84349CE6F9EF}" destId="{32D50720-03F4-40EE-9368-4A4D62374ECA}" srcOrd="13" destOrd="0" presId="urn:microsoft.com/office/officeart/2005/8/layout/lProcess2"/>
    <dgm:cxn modelId="{E6A00292-82DD-4952-A070-2B7FA21B8528}" type="presParOf" srcId="{6346996D-AB48-474A-9378-84349CE6F9EF}" destId="{5923B110-F348-450F-BF14-63324C82DB74}" srcOrd="14" destOrd="0" presId="urn:microsoft.com/office/officeart/2005/8/layout/lProcess2"/>
    <dgm:cxn modelId="{E1F4CD51-A3B7-4C14-A97B-6CA6A1D68CD4}" type="presParOf" srcId="{6346996D-AB48-474A-9378-84349CE6F9EF}" destId="{2B76411D-A197-4F47-B031-B19F8D68D67A}" srcOrd="15" destOrd="0" presId="urn:microsoft.com/office/officeart/2005/8/layout/lProcess2"/>
    <dgm:cxn modelId="{77C10194-734B-4486-AC34-81FB0243855B}" type="presParOf" srcId="{6346996D-AB48-474A-9378-84349CE6F9EF}" destId="{DC6C63A6-EA35-40BA-A5D2-5DBBAC57C405}" srcOrd="16" destOrd="0" presId="urn:microsoft.com/office/officeart/2005/8/layout/lProcess2"/>
    <dgm:cxn modelId="{DB1B97C4-1B56-436C-B999-5EB1EB895F55}" type="presParOf" srcId="{6346996D-AB48-474A-9378-84349CE6F9EF}" destId="{FADEC6C3-D3E9-465D-9A31-284371CFD9B8}" srcOrd="17" destOrd="0" presId="urn:microsoft.com/office/officeart/2005/8/layout/lProcess2"/>
    <dgm:cxn modelId="{8EE82950-D4FF-470F-9E19-D79212490BFC}" type="presParOf" srcId="{6346996D-AB48-474A-9378-84349CE6F9EF}" destId="{3DDB0BA3-E9A3-4337-A091-7C252DFD352E}" srcOrd="18" destOrd="0" presId="urn:microsoft.com/office/officeart/2005/8/layout/lProcess2"/>
    <dgm:cxn modelId="{6B522D7C-0F78-4FFA-A25C-3557FC802EF9}" type="presParOf" srcId="{6346996D-AB48-474A-9378-84349CE6F9EF}" destId="{5D405409-4EE7-46C1-B652-0BC7123E8312}" srcOrd="19" destOrd="0" presId="urn:microsoft.com/office/officeart/2005/8/layout/lProcess2"/>
    <dgm:cxn modelId="{A1BA2F56-9D49-4569-9349-8D22BFFA26D1}" type="presParOf" srcId="{6346996D-AB48-474A-9378-84349CE6F9EF}" destId="{87F19FAA-6232-46BC-9D2F-E4BE1057B808}" srcOrd="20" destOrd="0" presId="urn:microsoft.com/office/officeart/2005/8/layout/lProcess2"/>
    <dgm:cxn modelId="{EE977B6B-E13F-40AD-B606-9016948617C0}" type="presParOf" srcId="{6346996D-AB48-474A-9378-84349CE6F9EF}" destId="{15EE337D-8DAA-42F3-8D0D-62190A70BACB}" srcOrd="21" destOrd="0" presId="urn:microsoft.com/office/officeart/2005/8/layout/lProcess2"/>
    <dgm:cxn modelId="{0F53FE6F-32B7-4671-82DF-7CB9F3A57299}" type="presParOf" srcId="{6346996D-AB48-474A-9378-84349CE6F9EF}" destId="{EF739E3B-5C8B-444B-93B2-03A61BA2F1C8}" srcOrd="22" destOrd="0" presId="urn:microsoft.com/office/officeart/2005/8/layout/lProcess2"/>
    <dgm:cxn modelId="{7912EC9D-3DE0-44E4-AE0C-5BEAFF63D700}" type="presParOf" srcId="{6346996D-AB48-474A-9378-84349CE6F9EF}" destId="{565C2C9D-A1BF-4647-8F07-54F996E0F6B8}" srcOrd="23" destOrd="0" presId="urn:microsoft.com/office/officeart/2005/8/layout/lProcess2"/>
    <dgm:cxn modelId="{A71D3969-8289-482B-8264-B86143C0D5CF}" type="presParOf" srcId="{6346996D-AB48-474A-9378-84349CE6F9EF}" destId="{66866AE9-00F2-4F79-8905-5A2322762972}" srcOrd="24" destOrd="0" presId="urn:microsoft.com/office/officeart/2005/8/layout/lProcess2"/>
    <dgm:cxn modelId="{DF98521F-80A4-4354-9172-B3E37EF0FF68}" type="presParOf" srcId="{6346996D-AB48-474A-9378-84349CE6F9EF}" destId="{F469AAF0-5FC5-440C-B3A7-73BDA8494D14}" srcOrd="25" destOrd="0" presId="urn:microsoft.com/office/officeart/2005/8/layout/lProcess2"/>
    <dgm:cxn modelId="{831B498B-305F-4455-9C33-8855F6019D06}" type="presParOf" srcId="{6346996D-AB48-474A-9378-84349CE6F9EF}" destId="{14D35572-6432-4C37-9B2F-BD30303F1497}" srcOrd="26" destOrd="0" presId="urn:microsoft.com/office/officeart/2005/8/layout/lProcess2"/>
    <dgm:cxn modelId="{D9C2E2F0-9E32-4E37-A862-1069AC19F8A5}" type="presParOf" srcId="{6346996D-AB48-474A-9378-84349CE6F9EF}" destId="{9BDF574A-7915-436D-9D83-D0C98727EFF7}" srcOrd="27" destOrd="0" presId="urn:microsoft.com/office/officeart/2005/8/layout/lProcess2"/>
    <dgm:cxn modelId="{47E0843D-C7B1-44A5-8D4B-985DE19443C3}" type="presParOf" srcId="{6346996D-AB48-474A-9378-84349CE6F9EF}" destId="{D6A3818A-E3EA-4F6A-AB65-B285265105AD}" srcOrd="28" destOrd="0" presId="urn:microsoft.com/office/officeart/2005/8/layout/lProcess2"/>
    <dgm:cxn modelId="{D2FF0537-2552-444B-BF05-1B57D409518B}" type="presParOf" srcId="{6346996D-AB48-474A-9378-84349CE6F9EF}" destId="{DB1DD6BA-0D8C-4A21-9B01-A5B6D11043A6}" srcOrd="29" destOrd="0" presId="urn:microsoft.com/office/officeart/2005/8/layout/lProcess2"/>
    <dgm:cxn modelId="{71B5CED6-3B60-42B0-8301-16342C02CDAD}" type="presParOf" srcId="{6346996D-AB48-474A-9378-84349CE6F9EF}" destId="{03720ECB-B4A2-4006-9483-4C53E7F70ED7}" srcOrd="30" destOrd="0" presId="urn:microsoft.com/office/officeart/2005/8/layout/lProcess2"/>
    <dgm:cxn modelId="{C621B774-E186-441B-BA8A-C93483F13A5A}" type="presParOf" srcId="{6346996D-AB48-474A-9378-84349CE6F9EF}" destId="{3BE85CB6-E026-466A-A8C5-39461CC07E21}" srcOrd="31" destOrd="0" presId="urn:microsoft.com/office/officeart/2005/8/layout/lProcess2"/>
    <dgm:cxn modelId="{76DFE228-BE9C-4C79-AC30-03AC4A39C5E3}" type="presParOf" srcId="{6346996D-AB48-474A-9378-84349CE6F9EF}" destId="{AEC114FD-1800-46A0-877A-6AAF9435CBDA}" srcOrd="32" destOrd="0" presId="urn:microsoft.com/office/officeart/2005/8/layout/lProcess2"/>
    <dgm:cxn modelId="{1A29D127-70DB-448C-BDC9-1384517B9308}" type="presParOf" srcId="{6346996D-AB48-474A-9378-84349CE6F9EF}" destId="{F3A5F035-C965-40BD-94A1-F1928B341299}" srcOrd="33" destOrd="0" presId="urn:microsoft.com/office/officeart/2005/8/layout/lProcess2"/>
    <dgm:cxn modelId="{6C8AA298-45A6-4F6E-8A37-8DFAE980726C}" type="presParOf" srcId="{6346996D-AB48-474A-9378-84349CE6F9EF}" destId="{BA7BE09E-90C3-4620-97CF-57BE8DC7B1EA}" srcOrd="34" destOrd="0" presId="urn:microsoft.com/office/officeart/2005/8/layout/lProcess2"/>
    <dgm:cxn modelId="{C9D5AD92-3239-4A42-B0C8-17F74223C2D2}" type="presParOf" srcId="{6346996D-AB48-474A-9378-84349CE6F9EF}" destId="{820E5FC5-0F74-471C-A3C3-7774A650EC9F}" srcOrd="35" destOrd="0" presId="urn:microsoft.com/office/officeart/2005/8/layout/lProcess2"/>
    <dgm:cxn modelId="{2596F2B9-1EEA-4FEC-ADC9-408F19042EAF}" type="presParOf" srcId="{6346996D-AB48-474A-9378-84349CE6F9EF}" destId="{2C35BFDA-5DCA-4D77-98DD-67C04C0AD080}" srcOrd="36" destOrd="0" presId="urn:microsoft.com/office/officeart/2005/8/layout/lProcess2"/>
    <dgm:cxn modelId="{13B5D5ED-52A9-4A26-A3CE-7C3FC5FD8249}" type="presParOf" srcId="{6346996D-AB48-474A-9378-84349CE6F9EF}" destId="{55CFD0E6-059A-4666-916C-4E2B6474E2CC}" srcOrd="37" destOrd="0" presId="urn:microsoft.com/office/officeart/2005/8/layout/lProcess2"/>
    <dgm:cxn modelId="{63DFFA8C-6689-44BF-B343-82CE2F756CC3}" type="presParOf" srcId="{6346996D-AB48-474A-9378-84349CE6F9EF}" destId="{FD3DA154-27BA-4907-83CB-B12DD18D9E89}" srcOrd="38" destOrd="0" presId="urn:microsoft.com/office/officeart/2005/8/layout/lProcess2"/>
    <dgm:cxn modelId="{5D388509-807F-45CB-8661-8FF4071273BB}" type="presParOf" srcId="{6346996D-AB48-474A-9378-84349CE6F9EF}" destId="{55EA4D99-0635-49FA-B325-6B4B38C1F37E}" srcOrd="39" destOrd="0" presId="urn:microsoft.com/office/officeart/2005/8/layout/lProcess2"/>
    <dgm:cxn modelId="{2EB70709-CA72-470A-8766-B0773CCC2986}" type="presParOf" srcId="{6346996D-AB48-474A-9378-84349CE6F9EF}" destId="{71229484-D72D-40F0-A19B-D23F85C931D0}" srcOrd="40" destOrd="0" presId="urn:microsoft.com/office/officeart/2005/8/layout/lProcess2"/>
    <dgm:cxn modelId="{249035DA-DC80-4EC9-B7C1-75397D80F8E7}" type="presParOf" srcId="{6346996D-AB48-474A-9378-84349CE6F9EF}" destId="{A2135B19-DCBA-42E5-A60F-12C2CBCDD6E5}" srcOrd="41" destOrd="0" presId="urn:microsoft.com/office/officeart/2005/8/layout/lProcess2"/>
    <dgm:cxn modelId="{5A4E0153-FD2C-4CA1-BA87-C42FA59EDA3F}" type="presParOf" srcId="{6346996D-AB48-474A-9378-84349CE6F9EF}" destId="{448BC416-9644-40F2-B18F-E3FC860AC5E7}" srcOrd="42" destOrd="0" presId="urn:microsoft.com/office/officeart/2005/8/layout/lProcess2"/>
    <dgm:cxn modelId="{15152DAF-D142-4BA5-8BE6-9F765D45D5CE}" type="presParOf" srcId="{6346996D-AB48-474A-9378-84349CE6F9EF}" destId="{53118F1F-A4AC-433F-92D1-5274611DF076}" srcOrd="43" destOrd="0" presId="urn:microsoft.com/office/officeart/2005/8/layout/lProcess2"/>
    <dgm:cxn modelId="{D3116099-AD1F-41A7-96E8-CE74D4FCCF0D}" type="presParOf" srcId="{6346996D-AB48-474A-9378-84349CE6F9EF}" destId="{41885862-9852-45D1-B222-B789BEAB0E44}" srcOrd="44" destOrd="0" presId="urn:microsoft.com/office/officeart/2005/8/layout/lProcess2"/>
    <dgm:cxn modelId="{A364C606-D260-4D21-BC8B-D4B28FE47047}" type="presParOf" srcId="{6346996D-AB48-474A-9378-84349CE6F9EF}" destId="{E07A430B-FA20-4D60-B429-2A83F0F1FBCD}" srcOrd="45" destOrd="0" presId="urn:microsoft.com/office/officeart/2005/8/layout/lProcess2"/>
    <dgm:cxn modelId="{AD4F08BF-4CB3-448D-B3D0-FF4991F975CB}" type="presParOf" srcId="{6346996D-AB48-474A-9378-84349CE6F9EF}" destId="{211D73DF-EED8-40C5-A67E-8B3DBB0D7BD4}" srcOrd="46" destOrd="0" presId="urn:microsoft.com/office/officeart/2005/8/layout/lProcess2"/>
    <dgm:cxn modelId="{078317EB-F79B-4B10-A747-FE4C97354F31}" type="presParOf" srcId="{6346996D-AB48-474A-9378-84349CE6F9EF}" destId="{40A7DF75-BE2A-4236-8267-52E3ECCC546F}" srcOrd="47" destOrd="0" presId="urn:microsoft.com/office/officeart/2005/8/layout/lProcess2"/>
    <dgm:cxn modelId="{A42732B7-63CB-4662-B749-EE02E667CB8B}" type="presParOf" srcId="{6346996D-AB48-474A-9378-84349CE6F9EF}" destId="{29A51848-64B8-4E48-8BBF-06C1FF762D57}" srcOrd="48" destOrd="0" presId="urn:microsoft.com/office/officeart/2005/8/layout/lProcess2"/>
    <dgm:cxn modelId="{C8FD5313-9375-4E5D-AB3E-7010CF851EAB}" type="presParOf" srcId="{6346996D-AB48-474A-9378-84349CE6F9EF}" destId="{0D0C8503-0379-45D0-BB75-2ED2D603188A}" srcOrd="49" destOrd="0" presId="urn:microsoft.com/office/officeart/2005/8/layout/lProcess2"/>
    <dgm:cxn modelId="{BF647E00-0DD0-4B79-84CC-9A803149E1F5}" type="presParOf" srcId="{6346996D-AB48-474A-9378-84349CE6F9EF}" destId="{CD71CD6D-31B1-4293-BFE1-C7CEC418A267}" srcOrd="50" destOrd="0" presId="urn:microsoft.com/office/officeart/2005/8/layout/lProcess2"/>
    <dgm:cxn modelId="{F38F7574-2BC5-4780-BF2A-4F2656085742}" type="presParOf" srcId="{6346996D-AB48-474A-9378-84349CE6F9EF}" destId="{9D91D5DB-4754-4809-A355-D2A823EE0F27}" srcOrd="51" destOrd="0" presId="urn:microsoft.com/office/officeart/2005/8/layout/lProcess2"/>
    <dgm:cxn modelId="{07B59F54-BD6F-4F58-968D-DA7AC09584DD}" type="presParOf" srcId="{6346996D-AB48-474A-9378-84349CE6F9EF}" destId="{A0E6BF3F-7D6C-4C61-90F8-EEF83E5955AB}" srcOrd="5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0DDFB-19AE-47A2-90D1-0D6F5C87440F}">
      <dsp:nvSpPr>
        <dsp:cNvPr id="0" name=""/>
        <dsp:cNvSpPr/>
      </dsp:nvSpPr>
      <dsp:spPr>
        <a:xfrm>
          <a:off x="0" y="83802"/>
          <a:ext cx="1276881" cy="1997507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Page 1</a:t>
          </a:r>
          <a:endParaRPr lang="ko-KR" altLang="en-US" sz="2100" kern="1200" dirty="0"/>
        </a:p>
      </dsp:txBody>
      <dsp:txXfrm>
        <a:off x="0" y="83802"/>
        <a:ext cx="1276881" cy="599252"/>
      </dsp:txXfrm>
    </dsp:sp>
    <dsp:sp modelId="{8B6E3E8A-29A7-48D8-B8B1-419CFD0B9FA4}">
      <dsp:nvSpPr>
        <dsp:cNvPr id="0" name=""/>
        <dsp:cNvSpPr/>
      </dsp:nvSpPr>
      <dsp:spPr>
        <a:xfrm>
          <a:off x="127760" y="645404"/>
          <a:ext cx="1021504" cy="602283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kern="1200" dirty="0"/>
            <a:t>obj1</a:t>
          </a:r>
          <a:endParaRPr lang="ko-KR" altLang="en-US" sz="2300" kern="1200" dirty="0"/>
        </a:p>
      </dsp:txBody>
      <dsp:txXfrm>
        <a:off x="145400" y="663044"/>
        <a:ext cx="986224" cy="567003"/>
      </dsp:txXfrm>
    </dsp:sp>
    <dsp:sp modelId="{74536773-4C6D-445D-BB8A-C91657E2695E}">
      <dsp:nvSpPr>
        <dsp:cNvPr id="0" name=""/>
        <dsp:cNvSpPr/>
      </dsp:nvSpPr>
      <dsp:spPr>
        <a:xfrm>
          <a:off x="127760" y="1441384"/>
          <a:ext cx="1021504" cy="602283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kern="1200" dirty="0"/>
            <a:t>obj2</a:t>
          </a:r>
          <a:endParaRPr lang="ko-KR" altLang="en-US" sz="2300" kern="1200" dirty="0"/>
        </a:p>
      </dsp:txBody>
      <dsp:txXfrm>
        <a:off x="145400" y="1459024"/>
        <a:ext cx="986224" cy="567003"/>
      </dsp:txXfrm>
    </dsp:sp>
    <dsp:sp modelId="{2BE21367-AEFF-423C-886B-919F660EC2AC}">
      <dsp:nvSpPr>
        <dsp:cNvPr id="0" name=""/>
        <dsp:cNvSpPr/>
      </dsp:nvSpPr>
      <dsp:spPr>
        <a:xfrm>
          <a:off x="1630738" y="76875"/>
          <a:ext cx="1276881" cy="1997507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Page 2</a:t>
          </a:r>
          <a:endParaRPr lang="ko-KR" altLang="en-US" sz="2100" kern="1200" dirty="0"/>
        </a:p>
      </dsp:txBody>
      <dsp:txXfrm>
        <a:off x="1630738" y="76875"/>
        <a:ext cx="1276881" cy="599252"/>
      </dsp:txXfrm>
    </dsp:sp>
    <dsp:sp modelId="{4D864648-6501-4FFF-B709-66527F27AF87}">
      <dsp:nvSpPr>
        <dsp:cNvPr id="0" name=""/>
        <dsp:cNvSpPr/>
      </dsp:nvSpPr>
      <dsp:spPr>
        <a:xfrm>
          <a:off x="1758426" y="645404"/>
          <a:ext cx="1021504" cy="602283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kern="1200" dirty="0"/>
            <a:t>obj3</a:t>
          </a:r>
          <a:endParaRPr lang="ko-KR" altLang="en-US" sz="2300" kern="1200" dirty="0"/>
        </a:p>
      </dsp:txBody>
      <dsp:txXfrm>
        <a:off x="1776066" y="663044"/>
        <a:ext cx="986224" cy="567003"/>
      </dsp:txXfrm>
    </dsp:sp>
    <dsp:sp modelId="{002849C6-60EA-40E9-B1E5-BB35156FEB69}">
      <dsp:nvSpPr>
        <dsp:cNvPr id="0" name=""/>
        <dsp:cNvSpPr/>
      </dsp:nvSpPr>
      <dsp:spPr>
        <a:xfrm>
          <a:off x="1758426" y="1441384"/>
          <a:ext cx="1021504" cy="602283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kern="1200" dirty="0"/>
            <a:t>obj4</a:t>
          </a:r>
          <a:endParaRPr lang="ko-KR" altLang="en-US" sz="2300" kern="1200" dirty="0"/>
        </a:p>
      </dsp:txBody>
      <dsp:txXfrm>
        <a:off x="1776066" y="1459024"/>
        <a:ext cx="986224" cy="567003"/>
      </dsp:txXfrm>
    </dsp:sp>
    <dsp:sp modelId="{5846E77C-D96D-4711-8FFC-F93846A9DD46}">
      <dsp:nvSpPr>
        <dsp:cNvPr id="0" name=""/>
        <dsp:cNvSpPr/>
      </dsp:nvSpPr>
      <dsp:spPr>
        <a:xfrm>
          <a:off x="3261404" y="76875"/>
          <a:ext cx="1276881" cy="1997507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Page 3</a:t>
          </a:r>
          <a:endParaRPr lang="ko-KR" altLang="en-US" sz="2100" kern="1200" dirty="0"/>
        </a:p>
      </dsp:txBody>
      <dsp:txXfrm>
        <a:off x="3261404" y="76875"/>
        <a:ext cx="1276881" cy="599252"/>
      </dsp:txXfrm>
    </dsp:sp>
    <dsp:sp modelId="{47954F59-6293-4ABD-B2ED-FC786BE908DB}">
      <dsp:nvSpPr>
        <dsp:cNvPr id="0" name=""/>
        <dsp:cNvSpPr/>
      </dsp:nvSpPr>
      <dsp:spPr>
        <a:xfrm>
          <a:off x="3389092" y="645404"/>
          <a:ext cx="1021504" cy="602283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kern="1200" dirty="0"/>
            <a:t>obj5</a:t>
          </a:r>
          <a:endParaRPr lang="ko-KR" altLang="en-US" sz="2300" kern="1200" dirty="0"/>
        </a:p>
      </dsp:txBody>
      <dsp:txXfrm>
        <a:off x="3406732" y="663044"/>
        <a:ext cx="986224" cy="567003"/>
      </dsp:txXfrm>
    </dsp:sp>
    <dsp:sp modelId="{2B807C1D-DB9D-4BD2-AB54-6621BC8C4E1A}">
      <dsp:nvSpPr>
        <dsp:cNvPr id="0" name=""/>
        <dsp:cNvSpPr/>
      </dsp:nvSpPr>
      <dsp:spPr>
        <a:xfrm>
          <a:off x="3389092" y="1441384"/>
          <a:ext cx="1021504" cy="602283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kern="1200" dirty="0"/>
            <a:t>obj6</a:t>
          </a:r>
          <a:endParaRPr lang="ko-KR" altLang="en-US" sz="2300" kern="1200" dirty="0"/>
        </a:p>
      </dsp:txBody>
      <dsp:txXfrm>
        <a:off x="3406732" y="1459024"/>
        <a:ext cx="986224" cy="567003"/>
      </dsp:txXfrm>
    </dsp:sp>
    <dsp:sp modelId="{D30238F8-AFAB-4559-906A-755C69BB69E2}">
      <dsp:nvSpPr>
        <dsp:cNvPr id="0" name=""/>
        <dsp:cNvSpPr/>
      </dsp:nvSpPr>
      <dsp:spPr>
        <a:xfrm>
          <a:off x="4892070" y="76875"/>
          <a:ext cx="1276881" cy="1997507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page 4</a:t>
          </a:r>
          <a:endParaRPr lang="ko-KR" altLang="en-US" sz="2100" kern="1200" dirty="0"/>
        </a:p>
      </dsp:txBody>
      <dsp:txXfrm>
        <a:off x="4892070" y="76875"/>
        <a:ext cx="1276881" cy="599252"/>
      </dsp:txXfrm>
    </dsp:sp>
    <dsp:sp modelId="{EAA8AB16-509E-4F46-B8AD-B4CCD0239F46}">
      <dsp:nvSpPr>
        <dsp:cNvPr id="0" name=""/>
        <dsp:cNvSpPr/>
      </dsp:nvSpPr>
      <dsp:spPr>
        <a:xfrm>
          <a:off x="5019758" y="645404"/>
          <a:ext cx="1021504" cy="602283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kern="1200" dirty="0"/>
            <a:t>obj7</a:t>
          </a:r>
          <a:endParaRPr lang="ko-KR" altLang="en-US" sz="2300" kern="1200" dirty="0"/>
        </a:p>
      </dsp:txBody>
      <dsp:txXfrm>
        <a:off x="5037398" y="663044"/>
        <a:ext cx="986224" cy="567003"/>
      </dsp:txXfrm>
    </dsp:sp>
    <dsp:sp modelId="{A37A5BF0-6ED6-4F0A-9559-449C249D3FA2}">
      <dsp:nvSpPr>
        <dsp:cNvPr id="0" name=""/>
        <dsp:cNvSpPr/>
      </dsp:nvSpPr>
      <dsp:spPr>
        <a:xfrm>
          <a:off x="5019758" y="1441384"/>
          <a:ext cx="1021504" cy="6022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kern="1200" dirty="0"/>
            <a:t>obj8</a:t>
          </a:r>
          <a:endParaRPr lang="ko-KR" altLang="en-US" sz="2300" kern="1200" dirty="0"/>
        </a:p>
      </dsp:txBody>
      <dsp:txXfrm>
        <a:off x="5037398" y="1459024"/>
        <a:ext cx="986224" cy="567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0DDFB-19AE-47A2-90D1-0D6F5C87440F}">
      <dsp:nvSpPr>
        <dsp:cNvPr id="0" name=""/>
        <dsp:cNvSpPr/>
      </dsp:nvSpPr>
      <dsp:spPr>
        <a:xfrm>
          <a:off x="0" y="83802"/>
          <a:ext cx="1276881" cy="1997507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Page 1</a:t>
          </a:r>
          <a:endParaRPr lang="ko-KR" altLang="en-US" sz="2100" kern="1200" dirty="0"/>
        </a:p>
      </dsp:txBody>
      <dsp:txXfrm>
        <a:off x="0" y="83802"/>
        <a:ext cx="1276881" cy="599252"/>
      </dsp:txXfrm>
    </dsp:sp>
    <dsp:sp modelId="{6C3724B6-178E-4261-A8A0-F1414E7B1E90}">
      <dsp:nvSpPr>
        <dsp:cNvPr id="0" name=""/>
        <dsp:cNvSpPr/>
      </dsp:nvSpPr>
      <dsp:spPr>
        <a:xfrm>
          <a:off x="110816" y="645377"/>
          <a:ext cx="1055392" cy="1398317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68580" rIns="91440" bIns="6858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USE</a:t>
          </a:r>
          <a:endParaRPr lang="ko-KR" altLang="en-US" sz="3600" kern="1200" dirty="0"/>
        </a:p>
      </dsp:txBody>
      <dsp:txXfrm>
        <a:off x="141727" y="676288"/>
        <a:ext cx="993570" cy="1336495"/>
      </dsp:txXfrm>
    </dsp:sp>
    <dsp:sp modelId="{2BE21367-AEFF-423C-886B-919F660EC2AC}">
      <dsp:nvSpPr>
        <dsp:cNvPr id="0" name=""/>
        <dsp:cNvSpPr/>
      </dsp:nvSpPr>
      <dsp:spPr>
        <a:xfrm>
          <a:off x="1630738" y="76875"/>
          <a:ext cx="1276881" cy="1997507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Page 2</a:t>
          </a:r>
          <a:endParaRPr lang="ko-KR" altLang="en-US" sz="2100" kern="1200" dirty="0"/>
        </a:p>
      </dsp:txBody>
      <dsp:txXfrm>
        <a:off x="1630738" y="76875"/>
        <a:ext cx="1276881" cy="599252"/>
      </dsp:txXfrm>
    </dsp:sp>
    <dsp:sp modelId="{C5FD8E0F-BA72-43F8-B9A4-AF1BF78C95E6}">
      <dsp:nvSpPr>
        <dsp:cNvPr id="0" name=""/>
        <dsp:cNvSpPr/>
      </dsp:nvSpPr>
      <dsp:spPr>
        <a:xfrm>
          <a:off x="1739406" y="645377"/>
          <a:ext cx="1059543" cy="1398317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68580" rIns="91440" bIns="6858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USE</a:t>
          </a:r>
          <a:endParaRPr lang="ko-KR" altLang="en-US" sz="3600" kern="1200" dirty="0"/>
        </a:p>
      </dsp:txBody>
      <dsp:txXfrm>
        <a:off x="1770439" y="676410"/>
        <a:ext cx="997477" cy="1336251"/>
      </dsp:txXfrm>
    </dsp:sp>
    <dsp:sp modelId="{5846E77C-D96D-4711-8FFC-F93846A9DD46}">
      <dsp:nvSpPr>
        <dsp:cNvPr id="0" name=""/>
        <dsp:cNvSpPr/>
      </dsp:nvSpPr>
      <dsp:spPr>
        <a:xfrm>
          <a:off x="3261404" y="76875"/>
          <a:ext cx="1276881" cy="1997507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Page 3</a:t>
          </a:r>
          <a:endParaRPr lang="ko-KR" altLang="en-US" sz="2100" kern="1200" dirty="0"/>
        </a:p>
      </dsp:txBody>
      <dsp:txXfrm>
        <a:off x="3261404" y="76875"/>
        <a:ext cx="1276881" cy="599252"/>
      </dsp:txXfrm>
    </dsp:sp>
    <dsp:sp modelId="{3E4D8702-5625-4CBF-8539-D3FBB7C20493}">
      <dsp:nvSpPr>
        <dsp:cNvPr id="0" name=""/>
        <dsp:cNvSpPr/>
      </dsp:nvSpPr>
      <dsp:spPr>
        <a:xfrm>
          <a:off x="3315882" y="645377"/>
          <a:ext cx="1167924" cy="1398317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68580" rIns="91440" bIns="6858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USE</a:t>
          </a:r>
          <a:endParaRPr lang="ko-KR" altLang="en-US" sz="3600" kern="1200" dirty="0"/>
        </a:p>
      </dsp:txBody>
      <dsp:txXfrm>
        <a:off x="3350089" y="679584"/>
        <a:ext cx="1099510" cy="1329903"/>
      </dsp:txXfrm>
    </dsp:sp>
    <dsp:sp modelId="{D30238F8-AFAB-4559-906A-755C69BB69E2}">
      <dsp:nvSpPr>
        <dsp:cNvPr id="0" name=""/>
        <dsp:cNvSpPr/>
      </dsp:nvSpPr>
      <dsp:spPr>
        <a:xfrm>
          <a:off x="4892070" y="76875"/>
          <a:ext cx="1276881" cy="1997507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100" kern="1200" dirty="0"/>
            <a:t>page 4</a:t>
          </a:r>
          <a:endParaRPr lang="ko-KR" altLang="en-US" sz="2100" kern="1200" dirty="0"/>
        </a:p>
      </dsp:txBody>
      <dsp:txXfrm>
        <a:off x="4892070" y="76875"/>
        <a:ext cx="1276881" cy="599252"/>
      </dsp:txXfrm>
    </dsp:sp>
    <dsp:sp modelId="{BF0C00CC-EEDD-4642-9569-43F269C42EB0}">
      <dsp:nvSpPr>
        <dsp:cNvPr id="0" name=""/>
        <dsp:cNvSpPr/>
      </dsp:nvSpPr>
      <dsp:spPr>
        <a:xfrm>
          <a:off x="4980889" y="645377"/>
          <a:ext cx="1099243" cy="1398317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68580" rIns="91440" bIns="6858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USE</a:t>
          </a:r>
          <a:endParaRPr lang="ko-KR" altLang="en-US" sz="3600" kern="1200" dirty="0"/>
        </a:p>
      </dsp:txBody>
      <dsp:txXfrm>
        <a:off x="5013085" y="677573"/>
        <a:ext cx="1034851" cy="13339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E21367-AEFF-423C-886B-919F660EC2AC}">
      <dsp:nvSpPr>
        <dsp:cNvPr id="0" name=""/>
        <dsp:cNvSpPr/>
      </dsp:nvSpPr>
      <dsp:spPr>
        <a:xfrm>
          <a:off x="1063512" y="84915"/>
          <a:ext cx="1500872" cy="2206432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kern="1200" dirty="0"/>
            <a:t>Page 1</a:t>
          </a:r>
          <a:endParaRPr lang="ko-KR" altLang="en-US" sz="2300" kern="1200" dirty="0"/>
        </a:p>
      </dsp:txBody>
      <dsp:txXfrm>
        <a:off x="1063512" y="84915"/>
        <a:ext cx="1500872" cy="661929"/>
      </dsp:txXfrm>
    </dsp:sp>
    <dsp:sp modelId="{4D864648-6501-4FFF-B709-66527F27AF87}">
      <dsp:nvSpPr>
        <dsp:cNvPr id="0" name=""/>
        <dsp:cNvSpPr/>
      </dsp:nvSpPr>
      <dsp:spPr>
        <a:xfrm>
          <a:off x="1213600" y="712909"/>
          <a:ext cx="1200697" cy="665277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500" kern="1200" dirty="0"/>
            <a:t>obj1</a:t>
          </a:r>
          <a:endParaRPr lang="ko-KR" altLang="en-US" sz="2500" kern="1200" dirty="0"/>
        </a:p>
      </dsp:txBody>
      <dsp:txXfrm>
        <a:off x="1233085" y="732394"/>
        <a:ext cx="1161727" cy="626307"/>
      </dsp:txXfrm>
    </dsp:sp>
    <dsp:sp modelId="{002849C6-60EA-40E9-B1E5-BB35156FEB69}">
      <dsp:nvSpPr>
        <dsp:cNvPr id="0" name=""/>
        <dsp:cNvSpPr/>
      </dsp:nvSpPr>
      <dsp:spPr>
        <a:xfrm>
          <a:off x="1213600" y="1592143"/>
          <a:ext cx="1200697" cy="665277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500" kern="1200" dirty="0"/>
            <a:t>Obj2</a:t>
          </a:r>
          <a:endParaRPr lang="ko-KR" altLang="en-US" sz="2500" kern="1200" dirty="0"/>
        </a:p>
      </dsp:txBody>
      <dsp:txXfrm>
        <a:off x="1233085" y="1611628"/>
        <a:ext cx="1161727" cy="626307"/>
      </dsp:txXfrm>
    </dsp:sp>
    <dsp:sp modelId="{9A899E02-C575-4782-B66B-C93AAC1E34C4}">
      <dsp:nvSpPr>
        <dsp:cNvPr id="0" name=""/>
        <dsp:cNvSpPr/>
      </dsp:nvSpPr>
      <dsp:spPr>
        <a:xfrm>
          <a:off x="2980231" y="84915"/>
          <a:ext cx="1500872" cy="2206432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300" kern="1200" dirty="0"/>
            <a:t>Page 2</a:t>
          </a:r>
          <a:endParaRPr lang="ko-KR" altLang="en-US" sz="2300" kern="1200" dirty="0"/>
        </a:p>
      </dsp:txBody>
      <dsp:txXfrm>
        <a:off x="2980231" y="84915"/>
        <a:ext cx="1500872" cy="661929"/>
      </dsp:txXfrm>
    </dsp:sp>
    <dsp:sp modelId="{6304CC17-30CF-4BA6-BD38-A36469DCBCAD}">
      <dsp:nvSpPr>
        <dsp:cNvPr id="0" name=""/>
        <dsp:cNvSpPr/>
      </dsp:nvSpPr>
      <dsp:spPr>
        <a:xfrm>
          <a:off x="3130318" y="712909"/>
          <a:ext cx="1200697" cy="665277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500" kern="1200" dirty="0"/>
            <a:t>obj3</a:t>
          </a:r>
          <a:endParaRPr lang="ko-KR" altLang="en-US" sz="2500" kern="1200" dirty="0"/>
        </a:p>
      </dsp:txBody>
      <dsp:txXfrm>
        <a:off x="3149803" y="732394"/>
        <a:ext cx="1161727" cy="626307"/>
      </dsp:txXfrm>
    </dsp:sp>
    <dsp:sp modelId="{DFFDB7ED-0050-42ED-B1C8-735000D22487}">
      <dsp:nvSpPr>
        <dsp:cNvPr id="0" name=""/>
        <dsp:cNvSpPr/>
      </dsp:nvSpPr>
      <dsp:spPr>
        <a:xfrm>
          <a:off x="3130318" y="1592143"/>
          <a:ext cx="1200697" cy="665277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47625" rIns="63500" bIns="47625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500" kern="1200" dirty="0"/>
            <a:t>obj4</a:t>
          </a:r>
          <a:endParaRPr lang="ko-KR" altLang="en-US" sz="2500" kern="1200" dirty="0"/>
        </a:p>
      </dsp:txBody>
      <dsp:txXfrm>
        <a:off x="3149803" y="1611628"/>
        <a:ext cx="1161727" cy="6263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945C4-D5D0-489E-8189-37F540BC2321}">
      <dsp:nvSpPr>
        <dsp:cNvPr id="0" name=""/>
        <dsp:cNvSpPr/>
      </dsp:nvSpPr>
      <dsp:spPr>
        <a:xfrm>
          <a:off x="3326" y="0"/>
          <a:ext cx="1167176" cy="2376264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Page 1(2048)</a:t>
          </a:r>
          <a:endParaRPr lang="ko-KR" altLang="en-US" sz="1400" kern="1200" dirty="0"/>
        </a:p>
      </dsp:txBody>
      <dsp:txXfrm>
        <a:off x="3326" y="0"/>
        <a:ext cx="1167176" cy="712879"/>
      </dsp:txXfrm>
    </dsp:sp>
    <dsp:sp modelId="{D5105F1E-D4B8-4F15-99A4-079BFA0B01C0}">
      <dsp:nvSpPr>
        <dsp:cNvPr id="0" name=""/>
        <dsp:cNvSpPr/>
      </dsp:nvSpPr>
      <dsp:spPr>
        <a:xfrm>
          <a:off x="120043" y="713575"/>
          <a:ext cx="933741" cy="716476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 dirty="0"/>
            <a:t>Mine: 100</a:t>
          </a:r>
          <a:br>
            <a:rPr lang="en-US" altLang="ko-KR" sz="1000" kern="1200" dirty="0"/>
          </a:br>
          <a:r>
            <a:rPr lang="en-US" altLang="ko-KR" sz="1000" kern="1200" dirty="0"/>
            <a:t>Next : 200</a:t>
          </a:r>
          <a:endParaRPr lang="ko-KR" altLang="en-US" sz="1000" kern="1200" dirty="0"/>
        </a:p>
      </dsp:txBody>
      <dsp:txXfrm>
        <a:off x="141028" y="734560"/>
        <a:ext cx="891771" cy="674506"/>
      </dsp:txXfrm>
    </dsp:sp>
    <dsp:sp modelId="{9A2A1694-92B1-4FA4-A2D9-3A51BE501092}">
      <dsp:nvSpPr>
        <dsp:cNvPr id="0" name=""/>
        <dsp:cNvSpPr/>
      </dsp:nvSpPr>
      <dsp:spPr>
        <a:xfrm>
          <a:off x="120043" y="1540278"/>
          <a:ext cx="933741" cy="716476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 dirty="0"/>
            <a:t>Mine : 200</a:t>
          </a:r>
          <a:br>
            <a:rPr lang="en-US" altLang="ko-KR" sz="1000" kern="1200" dirty="0"/>
          </a:br>
          <a:r>
            <a:rPr lang="en-US" altLang="ko-KR" sz="1000" kern="1200" dirty="0"/>
            <a:t>Next : 300</a:t>
          </a:r>
          <a:endParaRPr lang="ko-KR" altLang="en-US" sz="1000" kern="1200" dirty="0"/>
        </a:p>
      </dsp:txBody>
      <dsp:txXfrm>
        <a:off x="141028" y="1561263"/>
        <a:ext cx="891771" cy="674506"/>
      </dsp:txXfrm>
    </dsp:sp>
    <dsp:sp modelId="{0BB1651A-C6D7-436F-AA1D-D5C38D783873}">
      <dsp:nvSpPr>
        <dsp:cNvPr id="0" name=""/>
        <dsp:cNvSpPr/>
      </dsp:nvSpPr>
      <dsp:spPr>
        <a:xfrm>
          <a:off x="1258040" y="0"/>
          <a:ext cx="1167176" cy="2376264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Page 2(2048)</a:t>
          </a:r>
          <a:endParaRPr lang="ko-KR" altLang="en-US" sz="1400" kern="1200" dirty="0"/>
        </a:p>
      </dsp:txBody>
      <dsp:txXfrm>
        <a:off x="1258040" y="0"/>
        <a:ext cx="1167176" cy="712879"/>
      </dsp:txXfrm>
    </dsp:sp>
    <dsp:sp modelId="{ACF02E65-012A-462C-A16E-CDEB39E7479C}">
      <dsp:nvSpPr>
        <dsp:cNvPr id="0" name=""/>
        <dsp:cNvSpPr/>
      </dsp:nvSpPr>
      <dsp:spPr>
        <a:xfrm>
          <a:off x="1374758" y="713575"/>
          <a:ext cx="933741" cy="716476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 dirty="0"/>
            <a:t>Mine : 300</a:t>
          </a:r>
          <a:br>
            <a:rPr lang="en-US" altLang="ko-KR" sz="1000" kern="1200" dirty="0"/>
          </a:br>
          <a:r>
            <a:rPr lang="en-US" altLang="ko-KR" sz="1000" kern="1200" dirty="0"/>
            <a:t>Next : 600</a:t>
          </a:r>
          <a:endParaRPr lang="ko-KR" altLang="en-US" sz="1000" kern="1200" dirty="0"/>
        </a:p>
      </dsp:txBody>
      <dsp:txXfrm>
        <a:off x="1395743" y="734560"/>
        <a:ext cx="891771" cy="674506"/>
      </dsp:txXfrm>
    </dsp:sp>
    <dsp:sp modelId="{DF1F95AD-7CF8-46B9-9C47-BE9FBCDC3919}">
      <dsp:nvSpPr>
        <dsp:cNvPr id="0" name=""/>
        <dsp:cNvSpPr/>
      </dsp:nvSpPr>
      <dsp:spPr>
        <a:xfrm>
          <a:off x="1374758" y="1540278"/>
          <a:ext cx="933741" cy="7164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1395743" y="1561263"/>
        <a:ext cx="891771" cy="674506"/>
      </dsp:txXfrm>
    </dsp:sp>
    <dsp:sp modelId="{E7BAA1EF-E5FD-4E9D-8FF3-6D3167B582C8}">
      <dsp:nvSpPr>
        <dsp:cNvPr id="0" name=""/>
        <dsp:cNvSpPr/>
      </dsp:nvSpPr>
      <dsp:spPr>
        <a:xfrm>
          <a:off x="2512755" y="0"/>
          <a:ext cx="1167176" cy="2376264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Page 3 (1024)</a:t>
          </a:r>
          <a:endParaRPr lang="ko-KR" altLang="en-US" sz="1400" kern="1200" dirty="0"/>
        </a:p>
      </dsp:txBody>
      <dsp:txXfrm>
        <a:off x="2512755" y="0"/>
        <a:ext cx="1167176" cy="712879"/>
      </dsp:txXfrm>
    </dsp:sp>
    <dsp:sp modelId="{22915965-1C7A-4470-AB3C-6FAC8B87E5E4}">
      <dsp:nvSpPr>
        <dsp:cNvPr id="0" name=""/>
        <dsp:cNvSpPr/>
      </dsp:nvSpPr>
      <dsp:spPr>
        <a:xfrm>
          <a:off x="2629473" y="712937"/>
          <a:ext cx="933741" cy="34617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15240" rIns="20320" bIns="1524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800" kern="1200" dirty="0"/>
            <a:t>Mine : 600</a:t>
          </a:r>
          <a:br>
            <a:rPr lang="en-US" altLang="ko-KR" sz="800" kern="1200" dirty="0"/>
          </a:br>
          <a:r>
            <a:rPr lang="en-US" altLang="ko-KR" sz="800" kern="1200" dirty="0"/>
            <a:t>Next : 1500</a:t>
          </a:r>
          <a:endParaRPr lang="ko-KR" altLang="en-US" sz="800" kern="1200" dirty="0"/>
        </a:p>
      </dsp:txBody>
      <dsp:txXfrm>
        <a:off x="2639612" y="723076"/>
        <a:ext cx="913463" cy="325893"/>
      </dsp:txXfrm>
    </dsp:sp>
    <dsp:sp modelId="{C3CE5318-3449-4225-A6E7-5A0E8C6FE693}">
      <dsp:nvSpPr>
        <dsp:cNvPr id="0" name=""/>
        <dsp:cNvSpPr/>
      </dsp:nvSpPr>
      <dsp:spPr>
        <a:xfrm>
          <a:off x="2629473" y="1112365"/>
          <a:ext cx="933741" cy="3461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2639612" y="1122504"/>
        <a:ext cx="913463" cy="325893"/>
      </dsp:txXfrm>
    </dsp:sp>
    <dsp:sp modelId="{1F1BB047-AC94-405A-B07E-BFE764524FC1}">
      <dsp:nvSpPr>
        <dsp:cNvPr id="0" name=""/>
        <dsp:cNvSpPr/>
      </dsp:nvSpPr>
      <dsp:spPr>
        <a:xfrm>
          <a:off x="2629473" y="1511793"/>
          <a:ext cx="933741" cy="3461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2639612" y="1521932"/>
        <a:ext cx="913463" cy="325893"/>
      </dsp:txXfrm>
    </dsp:sp>
    <dsp:sp modelId="{97183CC4-78EA-4D75-B7F2-1A4C5E852F10}">
      <dsp:nvSpPr>
        <dsp:cNvPr id="0" name=""/>
        <dsp:cNvSpPr/>
      </dsp:nvSpPr>
      <dsp:spPr>
        <a:xfrm>
          <a:off x="2629473" y="1911221"/>
          <a:ext cx="933741" cy="3461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2639612" y="1921360"/>
        <a:ext cx="913463" cy="325893"/>
      </dsp:txXfrm>
    </dsp:sp>
    <dsp:sp modelId="{D332C266-A985-4982-A968-C833F1799680}">
      <dsp:nvSpPr>
        <dsp:cNvPr id="0" name=""/>
        <dsp:cNvSpPr/>
      </dsp:nvSpPr>
      <dsp:spPr>
        <a:xfrm>
          <a:off x="3767470" y="0"/>
          <a:ext cx="1167176" cy="2376264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 page 4 (256)</a:t>
          </a:r>
          <a:endParaRPr lang="ko-KR" altLang="en-US" sz="1400" kern="1200" dirty="0"/>
        </a:p>
      </dsp:txBody>
      <dsp:txXfrm>
        <a:off x="3767470" y="0"/>
        <a:ext cx="1167176" cy="712879"/>
      </dsp:txXfrm>
    </dsp:sp>
    <dsp:sp modelId="{C683647D-A4A9-4EC4-8CD5-B3FFF4255E1A}">
      <dsp:nvSpPr>
        <dsp:cNvPr id="0" name=""/>
        <dsp:cNvSpPr/>
      </dsp:nvSpPr>
      <dsp:spPr>
        <a:xfrm>
          <a:off x="3884188" y="713676"/>
          <a:ext cx="933741" cy="6731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00" kern="1200" dirty="0"/>
            <a:t>Mine : 1500</a:t>
          </a:r>
          <a:endParaRPr lang="ko-KR" altLang="en-US" sz="500" kern="1200" dirty="0"/>
        </a:p>
      </dsp:txBody>
      <dsp:txXfrm>
        <a:off x="3886159" y="715647"/>
        <a:ext cx="929799" cy="63369"/>
      </dsp:txXfrm>
    </dsp:sp>
    <dsp:sp modelId="{35D0F40C-940E-4CEA-913C-F83985336973}">
      <dsp:nvSpPr>
        <dsp:cNvPr id="0" name=""/>
        <dsp:cNvSpPr/>
      </dsp:nvSpPr>
      <dsp:spPr>
        <a:xfrm>
          <a:off x="3884188" y="791343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793314"/>
        <a:ext cx="929799" cy="63369"/>
      </dsp:txXfrm>
    </dsp:sp>
    <dsp:sp modelId="{ED7C8AB9-64B1-4793-B24D-84DD51E43854}">
      <dsp:nvSpPr>
        <dsp:cNvPr id="0" name=""/>
        <dsp:cNvSpPr/>
      </dsp:nvSpPr>
      <dsp:spPr>
        <a:xfrm>
          <a:off x="3884188" y="869010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870981"/>
        <a:ext cx="929799" cy="63369"/>
      </dsp:txXfrm>
    </dsp:sp>
    <dsp:sp modelId="{2957D98F-16B2-4EEE-8E45-973089CD6059}">
      <dsp:nvSpPr>
        <dsp:cNvPr id="0" name=""/>
        <dsp:cNvSpPr/>
      </dsp:nvSpPr>
      <dsp:spPr>
        <a:xfrm>
          <a:off x="3884188" y="946676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948647"/>
        <a:ext cx="929799" cy="63369"/>
      </dsp:txXfrm>
    </dsp:sp>
    <dsp:sp modelId="{283C4393-9892-46C3-B025-B0E2835EEE31}">
      <dsp:nvSpPr>
        <dsp:cNvPr id="0" name=""/>
        <dsp:cNvSpPr/>
      </dsp:nvSpPr>
      <dsp:spPr>
        <a:xfrm>
          <a:off x="3884188" y="1024343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1026314"/>
        <a:ext cx="929799" cy="63369"/>
      </dsp:txXfrm>
    </dsp:sp>
    <dsp:sp modelId="{3D9C314C-ACE6-47A5-BC49-C826EE30D4E6}">
      <dsp:nvSpPr>
        <dsp:cNvPr id="0" name=""/>
        <dsp:cNvSpPr/>
      </dsp:nvSpPr>
      <dsp:spPr>
        <a:xfrm>
          <a:off x="3884188" y="1102009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1103980"/>
        <a:ext cx="929799" cy="63369"/>
      </dsp:txXfrm>
    </dsp:sp>
    <dsp:sp modelId="{1F7AF34E-D283-4E0E-AE9C-7F3306BCC4CD}">
      <dsp:nvSpPr>
        <dsp:cNvPr id="0" name=""/>
        <dsp:cNvSpPr/>
      </dsp:nvSpPr>
      <dsp:spPr>
        <a:xfrm>
          <a:off x="3884188" y="1179676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1181647"/>
        <a:ext cx="929799" cy="63369"/>
      </dsp:txXfrm>
    </dsp:sp>
    <dsp:sp modelId="{D237160A-4E4E-4D20-82F6-CA88B3D30EE9}">
      <dsp:nvSpPr>
        <dsp:cNvPr id="0" name=""/>
        <dsp:cNvSpPr/>
      </dsp:nvSpPr>
      <dsp:spPr>
        <a:xfrm>
          <a:off x="3884188" y="1257343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1259314"/>
        <a:ext cx="929799" cy="63369"/>
      </dsp:txXfrm>
    </dsp:sp>
    <dsp:sp modelId="{208EE716-0049-4A11-B69E-B94EAB21B181}">
      <dsp:nvSpPr>
        <dsp:cNvPr id="0" name=""/>
        <dsp:cNvSpPr/>
      </dsp:nvSpPr>
      <dsp:spPr>
        <a:xfrm>
          <a:off x="3884188" y="1335009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1336980"/>
        <a:ext cx="929799" cy="63369"/>
      </dsp:txXfrm>
    </dsp:sp>
    <dsp:sp modelId="{E172BAA7-400A-42CA-A379-9818386EE8A0}">
      <dsp:nvSpPr>
        <dsp:cNvPr id="0" name=""/>
        <dsp:cNvSpPr/>
      </dsp:nvSpPr>
      <dsp:spPr>
        <a:xfrm>
          <a:off x="3884188" y="1412676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1414647"/>
        <a:ext cx="929799" cy="63369"/>
      </dsp:txXfrm>
    </dsp:sp>
    <dsp:sp modelId="{9CF22882-A250-47C3-8E72-E0360B360BCC}">
      <dsp:nvSpPr>
        <dsp:cNvPr id="0" name=""/>
        <dsp:cNvSpPr/>
      </dsp:nvSpPr>
      <dsp:spPr>
        <a:xfrm>
          <a:off x="3884188" y="1490342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1492313"/>
        <a:ext cx="929799" cy="63369"/>
      </dsp:txXfrm>
    </dsp:sp>
    <dsp:sp modelId="{83136760-A65D-4316-8386-07D88094905D}">
      <dsp:nvSpPr>
        <dsp:cNvPr id="0" name=""/>
        <dsp:cNvSpPr/>
      </dsp:nvSpPr>
      <dsp:spPr>
        <a:xfrm>
          <a:off x="3884188" y="1568009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1569980"/>
        <a:ext cx="929799" cy="63369"/>
      </dsp:txXfrm>
    </dsp:sp>
    <dsp:sp modelId="{83538F08-2FC9-4D50-A2BA-119F3281BD29}">
      <dsp:nvSpPr>
        <dsp:cNvPr id="0" name=""/>
        <dsp:cNvSpPr/>
      </dsp:nvSpPr>
      <dsp:spPr>
        <a:xfrm>
          <a:off x="3884188" y="1645675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1647646"/>
        <a:ext cx="929799" cy="63369"/>
      </dsp:txXfrm>
    </dsp:sp>
    <dsp:sp modelId="{A536142C-5002-432C-8BF4-E2BBFB1A0A92}">
      <dsp:nvSpPr>
        <dsp:cNvPr id="0" name=""/>
        <dsp:cNvSpPr/>
      </dsp:nvSpPr>
      <dsp:spPr>
        <a:xfrm>
          <a:off x="3884188" y="1723342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1725313"/>
        <a:ext cx="929799" cy="63369"/>
      </dsp:txXfrm>
    </dsp:sp>
    <dsp:sp modelId="{D46BDA29-8F8E-4E4A-AF3B-AF5C914C4E9F}">
      <dsp:nvSpPr>
        <dsp:cNvPr id="0" name=""/>
        <dsp:cNvSpPr/>
      </dsp:nvSpPr>
      <dsp:spPr>
        <a:xfrm>
          <a:off x="3884188" y="1801009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1802980"/>
        <a:ext cx="929799" cy="63369"/>
      </dsp:txXfrm>
    </dsp:sp>
    <dsp:sp modelId="{4725E5A0-C633-4441-9340-BEC7D8F8224C}">
      <dsp:nvSpPr>
        <dsp:cNvPr id="0" name=""/>
        <dsp:cNvSpPr/>
      </dsp:nvSpPr>
      <dsp:spPr>
        <a:xfrm>
          <a:off x="3884188" y="1878675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1880646"/>
        <a:ext cx="929799" cy="63369"/>
      </dsp:txXfrm>
    </dsp:sp>
    <dsp:sp modelId="{93BDBA7F-6788-449C-9EB7-601480CEA5DE}">
      <dsp:nvSpPr>
        <dsp:cNvPr id="0" name=""/>
        <dsp:cNvSpPr/>
      </dsp:nvSpPr>
      <dsp:spPr>
        <a:xfrm>
          <a:off x="3884188" y="1956342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1958313"/>
        <a:ext cx="929799" cy="63369"/>
      </dsp:txXfrm>
    </dsp:sp>
    <dsp:sp modelId="{289F7F13-97C9-498B-A768-28256864F3DF}">
      <dsp:nvSpPr>
        <dsp:cNvPr id="0" name=""/>
        <dsp:cNvSpPr/>
      </dsp:nvSpPr>
      <dsp:spPr>
        <a:xfrm>
          <a:off x="3884188" y="2034008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2035979"/>
        <a:ext cx="929799" cy="63369"/>
      </dsp:txXfrm>
    </dsp:sp>
    <dsp:sp modelId="{FA10D801-6539-4E35-A98F-EDBCC0BCF200}">
      <dsp:nvSpPr>
        <dsp:cNvPr id="0" name=""/>
        <dsp:cNvSpPr/>
      </dsp:nvSpPr>
      <dsp:spPr>
        <a:xfrm>
          <a:off x="3884188" y="2111675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2113646"/>
        <a:ext cx="929799" cy="63369"/>
      </dsp:txXfrm>
    </dsp:sp>
    <dsp:sp modelId="{2E2D60F4-DDA1-4223-8A1A-2A3BE3B1C947}">
      <dsp:nvSpPr>
        <dsp:cNvPr id="0" name=""/>
        <dsp:cNvSpPr/>
      </dsp:nvSpPr>
      <dsp:spPr>
        <a:xfrm>
          <a:off x="3884188" y="2189342"/>
          <a:ext cx="933741" cy="673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3886159" y="2191313"/>
        <a:ext cx="929799" cy="63369"/>
      </dsp:txXfrm>
    </dsp:sp>
    <dsp:sp modelId="{6F988203-D19A-438B-B31C-9302D6F40BA9}">
      <dsp:nvSpPr>
        <dsp:cNvPr id="0" name=""/>
        <dsp:cNvSpPr/>
      </dsp:nvSpPr>
      <dsp:spPr>
        <a:xfrm>
          <a:off x="5022185" y="0"/>
          <a:ext cx="1167176" cy="2376264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Page 5 (16)</a:t>
          </a:r>
          <a:endParaRPr lang="ko-KR" altLang="en-US" sz="1400" kern="1200" dirty="0"/>
        </a:p>
      </dsp:txBody>
      <dsp:txXfrm>
        <a:off x="5022185" y="0"/>
        <a:ext cx="1167176" cy="712879"/>
      </dsp:txXfrm>
    </dsp:sp>
    <dsp:sp modelId="{C0053E3F-A06E-403D-88F1-8C6F8D57C0F9}">
      <dsp:nvSpPr>
        <dsp:cNvPr id="0" name=""/>
        <dsp:cNvSpPr/>
      </dsp:nvSpPr>
      <dsp:spPr>
        <a:xfrm>
          <a:off x="5138902" y="713633"/>
          <a:ext cx="933741" cy="49776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715091"/>
        <a:ext cx="930825" cy="46860"/>
      </dsp:txXfrm>
    </dsp:sp>
    <dsp:sp modelId="{5278A07F-1AFE-4D30-8E44-B287488E9888}">
      <dsp:nvSpPr>
        <dsp:cNvPr id="0" name=""/>
        <dsp:cNvSpPr/>
      </dsp:nvSpPr>
      <dsp:spPr>
        <a:xfrm>
          <a:off x="5138902" y="771067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772525"/>
        <a:ext cx="930825" cy="46860"/>
      </dsp:txXfrm>
    </dsp:sp>
    <dsp:sp modelId="{F5555863-A396-4206-8FDF-B98B79E1CB89}">
      <dsp:nvSpPr>
        <dsp:cNvPr id="0" name=""/>
        <dsp:cNvSpPr/>
      </dsp:nvSpPr>
      <dsp:spPr>
        <a:xfrm>
          <a:off x="5138902" y="828501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829959"/>
        <a:ext cx="930825" cy="46860"/>
      </dsp:txXfrm>
    </dsp:sp>
    <dsp:sp modelId="{31F4FDF4-BFB4-4ACF-848D-68E267249EDE}">
      <dsp:nvSpPr>
        <dsp:cNvPr id="0" name=""/>
        <dsp:cNvSpPr/>
      </dsp:nvSpPr>
      <dsp:spPr>
        <a:xfrm>
          <a:off x="5138902" y="885935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887393"/>
        <a:ext cx="930825" cy="46860"/>
      </dsp:txXfrm>
    </dsp:sp>
    <dsp:sp modelId="{73977BA9-46C0-486A-B2F5-C9A0CD6DFAFA}">
      <dsp:nvSpPr>
        <dsp:cNvPr id="0" name=""/>
        <dsp:cNvSpPr/>
      </dsp:nvSpPr>
      <dsp:spPr>
        <a:xfrm>
          <a:off x="5138902" y="943369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944827"/>
        <a:ext cx="930825" cy="46860"/>
      </dsp:txXfrm>
    </dsp:sp>
    <dsp:sp modelId="{14900F49-6862-4A4A-A1EE-CEEC8AB2C2D3}">
      <dsp:nvSpPr>
        <dsp:cNvPr id="0" name=""/>
        <dsp:cNvSpPr/>
      </dsp:nvSpPr>
      <dsp:spPr>
        <a:xfrm>
          <a:off x="5138902" y="1000803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002261"/>
        <a:ext cx="930825" cy="46860"/>
      </dsp:txXfrm>
    </dsp:sp>
    <dsp:sp modelId="{58675393-7CFC-4778-BC2E-33A9F905CB63}">
      <dsp:nvSpPr>
        <dsp:cNvPr id="0" name=""/>
        <dsp:cNvSpPr/>
      </dsp:nvSpPr>
      <dsp:spPr>
        <a:xfrm>
          <a:off x="5138902" y="1058238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059696"/>
        <a:ext cx="930825" cy="46860"/>
      </dsp:txXfrm>
    </dsp:sp>
    <dsp:sp modelId="{5923B110-F348-450F-BF14-63324C82DB74}">
      <dsp:nvSpPr>
        <dsp:cNvPr id="0" name=""/>
        <dsp:cNvSpPr/>
      </dsp:nvSpPr>
      <dsp:spPr>
        <a:xfrm>
          <a:off x="5138902" y="1115672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117130"/>
        <a:ext cx="930825" cy="46860"/>
      </dsp:txXfrm>
    </dsp:sp>
    <dsp:sp modelId="{DC6C63A6-EA35-40BA-A5D2-5DBBAC57C405}">
      <dsp:nvSpPr>
        <dsp:cNvPr id="0" name=""/>
        <dsp:cNvSpPr/>
      </dsp:nvSpPr>
      <dsp:spPr>
        <a:xfrm>
          <a:off x="5138902" y="1173106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174564"/>
        <a:ext cx="930825" cy="46860"/>
      </dsp:txXfrm>
    </dsp:sp>
    <dsp:sp modelId="{3DDB0BA3-E9A3-4337-A091-7C252DFD352E}">
      <dsp:nvSpPr>
        <dsp:cNvPr id="0" name=""/>
        <dsp:cNvSpPr/>
      </dsp:nvSpPr>
      <dsp:spPr>
        <a:xfrm>
          <a:off x="5138902" y="1112591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114049"/>
        <a:ext cx="930825" cy="46860"/>
      </dsp:txXfrm>
    </dsp:sp>
    <dsp:sp modelId="{87F19FAA-6232-46BC-9D2F-E4BE1057B808}">
      <dsp:nvSpPr>
        <dsp:cNvPr id="0" name=""/>
        <dsp:cNvSpPr/>
      </dsp:nvSpPr>
      <dsp:spPr>
        <a:xfrm>
          <a:off x="5138902" y="1040583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042041"/>
        <a:ext cx="930825" cy="46860"/>
      </dsp:txXfrm>
    </dsp:sp>
    <dsp:sp modelId="{EF739E3B-5C8B-444B-93B2-03A61BA2F1C8}">
      <dsp:nvSpPr>
        <dsp:cNvPr id="0" name=""/>
        <dsp:cNvSpPr/>
      </dsp:nvSpPr>
      <dsp:spPr>
        <a:xfrm>
          <a:off x="5138902" y="896567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898025"/>
        <a:ext cx="930825" cy="46860"/>
      </dsp:txXfrm>
    </dsp:sp>
    <dsp:sp modelId="{66866AE9-00F2-4F79-8905-5A2322762972}">
      <dsp:nvSpPr>
        <dsp:cNvPr id="0" name=""/>
        <dsp:cNvSpPr/>
      </dsp:nvSpPr>
      <dsp:spPr>
        <a:xfrm>
          <a:off x="5138902" y="1917035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918493"/>
        <a:ext cx="930825" cy="46860"/>
      </dsp:txXfrm>
    </dsp:sp>
    <dsp:sp modelId="{14D35572-6432-4C37-9B2F-BD30303F1497}">
      <dsp:nvSpPr>
        <dsp:cNvPr id="0" name=""/>
        <dsp:cNvSpPr/>
      </dsp:nvSpPr>
      <dsp:spPr>
        <a:xfrm>
          <a:off x="5138902" y="1688655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690113"/>
        <a:ext cx="930825" cy="46860"/>
      </dsp:txXfrm>
    </dsp:sp>
    <dsp:sp modelId="{D6A3818A-E3EA-4F6A-AB65-B285265105AD}">
      <dsp:nvSpPr>
        <dsp:cNvPr id="0" name=""/>
        <dsp:cNvSpPr/>
      </dsp:nvSpPr>
      <dsp:spPr>
        <a:xfrm>
          <a:off x="5138902" y="1832671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834129"/>
        <a:ext cx="930825" cy="46860"/>
      </dsp:txXfrm>
    </dsp:sp>
    <dsp:sp modelId="{03720ECB-B4A2-4006-9483-4C53E7F70ED7}">
      <dsp:nvSpPr>
        <dsp:cNvPr id="0" name=""/>
        <dsp:cNvSpPr/>
      </dsp:nvSpPr>
      <dsp:spPr>
        <a:xfrm>
          <a:off x="5138902" y="1832670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834128"/>
        <a:ext cx="930825" cy="46860"/>
      </dsp:txXfrm>
    </dsp:sp>
    <dsp:sp modelId="{AEC114FD-1800-46A0-877A-6AAF9435CBDA}">
      <dsp:nvSpPr>
        <dsp:cNvPr id="0" name=""/>
        <dsp:cNvSpPr/>
      </dsp:nvSpPr>
      <dsp:spPr>
        <a:xfrm>
          <a:off x="5138902" y="1632579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634037"/>
        <a:ext cx="930825" cy="46860"/>
      </dsp:txXfrm>
    </dsp:sp>
    <dsp:sp modelId="{BA7BE09E-90C3-4620-97CF-57BE8DC7B1EA}">
      <dsp:nvSpPr>
        <dsp:cNvPr id="0" name=""/>
        <dsp:cNvSpPr/>
      </dsp:nvSpPr>
      <dsp:spPr>
        <a:xfrm>
          <a:off x="5138902" y="1690013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691471"/>
        <a:ext cx="930825" cy="46860"/>
      </dsp:txXfrm>
    </dsp:sp>
    <dsp:sp modelId="{2C35BFDA-5DCA-4D77-98DD-67C04C0AD080}">
      <dsp:nvSpPr>
        <dsp:cNvPr id="0" name=""/>
        <dsp:cNvSpPr/>
      </dsp:nvSpPr>
      <dsp:spPr>
        <a:xfrm>
          <a:off x="5138902" y="1747447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748905"/>
        <a:ext cx="930825" cy="46860"/>
      </dsp:txXfrm>
    </dsp:sp>
    <dsp:sp modelId="{FD3DA154-27BA-4907-83CB-B12DD18D9E89}">
      <dsp:nvSpPr>
        <dsp:cNvPr id="0" name=""/>
        <dsp:cNvSpPr/>
      </dsp:nvSpPr>
      <dsp:spPr>
        <a:xfrm>
          <a:off x="5138902" y="1804881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806339"/>
        <a:ext cx="930825" cy="46860"/>
      </dsp:txXfrm>
    </dsp:sp>
    <dsp:sp modelId="{71229484-D72D-40F0-A19B-D23F85C931D0}">
      <dsp:nvSpPr>
        <dsp:cNvPr id="0" name=""/>
        <dsp:cNvSpPr/>
      </dsp:nvSpPr>
      <dsp:spPr>
        <a:xfrm>
          <a:off x="5138902" y="1862315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863773"/>
        <a:ext cx="930825" cy="46860"/>
      </dsp:txXfrm>
    </dsp:sp>
    <dsp:sp modelId="{448BC416-9644-40F2-B18F-E3FC860AC5E7}">
      <dsp:nvSpPr>
        <dsp:cNvPr id="0" name=""/>
        <dsp:cNvSpPr/>
      </dsp:nvSpPr>
      <dsp:spPr>
        <a:xfrm>
          <a:off x="5138902" y="1919749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921207"/>
        <a:ext cx="930825" cy="46860"/>
      </dsp:txXfrm>
    </dsp:sp>
    <dsp:sp modelId="{41885862-9852-45D1-B222-B789BEAB0E44}">
      <dsp:nvSpPr>
        <dsp:cNvPr id="0" name=""/>
        <dsp:cNvSpPr/>
      </dsp:nvSpPr>
      <dsp:spPr>
        <a:xfrm>
          <a:off x="5138902" y="1977183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1978641"/>
        <a:ext cx="930825" cy="46860"/>
      </dsp:txXfrm>
    </dsp:sp>
    <dsp:sp modelId="{211D73DF-EED8-40C5-A67E-8B3DBB0D7BD4}">
      <dsp:nvSpPr>
        <dsp:cNvPr id="0" name=""/>
        <dsp:cNvSpPr/>
      </dsp:nvSpPr>
      <dsp:spPr>
        <a:xfrm>
          <a:off x="5138902" y="2034618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2036076"/>
        <a:ext cx="930825" cy="46860"/>
      </dsp:txXfrm>
    </dsp:sp>
    <dsp:sp modelId="{29A51848-64B8-4E48-8BBF-06C1FF762D57}">
      <dsp:nvSpPr>
        <dsp:cNvPr id="0" name=""/>
        <dsp:cNvSpPr/>
      </dsp:nvSpPr>
      <dsp:spPr>
        <a:xfrm>
          <a:off x="5138902" y="2092052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2093510"/>
        <a:ext cx="930825" cy="46860"/>
      </dsp:txXfrm>
    </dsp:sp>
    <dsp:sp modelId="{CD71CD6D-31B1-4293-BFE1-C7CEC418A267}">
      <dsp:nvSpPr>
        <dsp:cNvPr id="0" name=""/>
        <dsp:cNvSpPr/>
      </dsp:nvSpPr>
      <dsp:spPr>
        <a:xfrm>
          <a:off x="5138902" y="2149486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2150944"/>
        <a:ext cx="930825" cy="46860"/>
      </dsp:txXfrm>
    </dsp:sp>
    <dsp:sp modelId="{A0E6BF3F-7D6C-4C61-90F8-EEF83E5955AB}">
      <dsp:nvSpPr>
        <dsp:cNvPr id="0" name=""/>
        <dsp:cNvSpPr/>
      </dsp:nvSpPr>
      <dsp:spPr>
        <a:xfrm>
          <a:off x="5138902" y="2206920"/>
          <a:ext cx="933741" cy="4977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9525" rIns="12700" bIns="9525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 dirty="0"/>
        </a:p>
      </dsp:txBody>
      <dsp:txXfrm>
        <a:off x="5140360" y="2208378"/>
        <a:ext cx="930825" cy="46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35B8F-D6B8-4B1A-BED5-DBBA10E46047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B4096-A3A2-4F30-BA97-9793FEF49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34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315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630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571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E7331-F731-6579-D9F7-34B398446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AB071C-42FE-D643-DD67-0A3B31EF5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EEAC6D-986F-44EA-ABBB-614925B81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2FA06-FEC9-6845-742E-6A7797F30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28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13173-827B-C594-4078-49816A95B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A764B6-9374-3A55-89E4-FDB1184AC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5ABEB8-9454-5F2E-915F-9BA7E908B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793261-D7FB-07EA-6776-CF41D0BB4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388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8845B-9C2A-5878-5AA6-6DB75E857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320E93-D97B-4778-631D-92AA10108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F6C38E-FA1E-F339-0551-5E9501D44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B8101A-5AF9-81FA-4871-E104CBE603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50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004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5553-48A3-40D6-72E1-C48AE001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D753EB-7DA8-B45B-D7F3-49B2A75AA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9FEE5D-6895-A322-8A71-AC6BD2708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2D066C-3D24-B4DE-8EA3-112D3AC56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658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59004-3EDC-4C5D-6CE2-EBD50D6AB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08B323-AC1F-6A4C-1165-538A8C891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B4DD44-E192-C790-B34F-270E2FD11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FF4BA3-2EA0-8F86-45AE-E52DF0144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1819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767E-D17A-A3AB-506A-C3D5EA66C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64D6AB-AB85-C642-DA31-8F9633953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F6A352-EE68-BDE5-55EC-43B536E0E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7173A9-D21B-66CA-644E-CB092B60A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314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07B1B-4320-AA28-3710-1AB4AFFA3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DDF57E-4933-22D4-1DDA-3511D4FF6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1C4BCD-62F8-B7A3-EAA5-49AFF7DCA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8C41A1-659B-E36C-9943-D5CA0EC6E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396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666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F5068-3538-55DB-9B1D-638EDB8D1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24CFAF-8F29-40A0-70B3-5CF66C00F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200E85-4A6D-88C3-601B-58BB1CF19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077C87-34C2-A684-6BDD-89828F1A0F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209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>
            <a:normAutofit/>
          </a:bodyPr>
          <a:lstStyle>
            <a:lvl1pPr algn="r">
              <a:defRPr sz="3200">
                <a:latin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9644B-26F1-4A77-80B4-864CA05B8475}" type="datetime1">
              <a:rPr lang="ko-KR" altLang="en-US" smtClean="0"/>
              <a:t>2025-08-06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941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>
                <a:latin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 sz="1600">
                <a:latin typeface="Calibri" panose="020F0502020204030204" pitchFamily="34" charset="0"/>
                <a:cs typeface="Times New Roman" panose="02020603050405020304" pitchFamily="18" charset="0"/>
              </a:defRPr>
            </a:lvl2pPr>
            <a:lvl3pPr>
              <a:defRPr sz="1400"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>
              <a:defRPr sz="1200"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>
              <a:defRPr sz="1100">
                <a:latin typeface="Calibri" panose="020F0502020204030204" pitchFamily="34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A0DF-1D7A-48E6-A273-4781B29FC3A2}" type="datetime1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56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39C-9C54-4D59-B63B-6A40A62DDA1D}" type="datetime1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34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800-C452-4BB4-A29E-1C525AD1212C}" type="datetime1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40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696B-9AD2-44FF-BD2C-41BB452FE4A1}" type="datetime1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03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7C143-B4F5-4116-B5F3-D83AE60017C9}" type="datetime1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18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BDB4-7A29-41E6-A346-B23989C956FF}" type="datetime1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86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8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8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53D-6090-4BEC-A9F8-8A6C8FC86260}" type="datetime1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35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2BAD-40F7-494C-9C1B-FB21063E74DF}" type="datetime1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84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6FA3-784D-405C-B6FF-9C59F33B3B76}" type="datetime1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27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A628-0F48-49DD-B493-CEE122CBE4E3}" type="datetime1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001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A4631-7260-4D4B-B3D4-7EB9234DBA31}" type="datetime1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7452320" y="0"/>
            <a:ext cx="1691680" cy="1691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87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A4631-7260-4D4B-B3D4-7EB9234DBA31}" type="datetime1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 descr="https://lh3.googleusercontent.com/7G5NeQaGWmu01aZuzBN_jiCGqCDE7K5O5eT9dAI2oTRIleTQ1ZvQStLFLybGdWJpsRLjc-ihlfhXlahZ-NP8vJHuH2PR9wRRX8KpZQxeld-u0W6Fuw=w1280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073" y="121196"/>
            <a:ext cx="1468686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lh3.googleusercontent.com/HKTsDQnD5XDpENfjlrGI0oK4fnM6tz3yUgSN00wgKjgtsgfo32sBuriKTsuTV7vI8iKOmSGJaBZESUATbvat2CPWxBdpat2GxJ4xHApashfSLjrW-4s=w1280"/>
          <p:cNvPicPr>
            <a:picLocks noChangeAspect="1" noChangeArrowheads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42978" y="465791"/>
            <a:ext cx="593518" cy="23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267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400" b="1" kern="1200">
          <a:solidFill>
            <a:srgbClr val="0070C0"/>
          </a:solidFill>
          <a:latin typeface="Calibri" panose="020F0502020204030204" pitchFamily="34" charset="0"/>
          <a:ea typeface="Arial Unicode MS" panose="020B0604020202020204" pitchFamily="50" charset="-127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image" Target="../media/image18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3528" y="2130430"/>
            <a:ext cx="8136904" cy="1470025"/>
          </a:xfrm>
        </p:spPr>
        <p:txBody>
          <a:bodyPr>
            <a:noAutofit/>
          </a:bodyPr>
          <a:lstStyle/>
          <a:p>
            <a:r>
              <a:rPr lang="en-US" altLang="ko-KR" sz="2800" dirty="0">
                <a:ea typeface="Calibri" panose="020F0502020204030204" pitchFamily="34" charset="0"/>
                <a:cs typeface="Calibri" panose="020F0502020204030204" pitchFamily="34" charset="0"/>
              </a:rPr>
              <a:t>XV6_</a:t>
            </a:r>
            <a:r>
              <a:rPr lang="ko-KR" altLang="ko-KR" sz="2800" dirty="0" err="1">
                <a:cs typeface="Calibri" panose="020F0502020204030204" pitchFamily="34" charset="0"/>
              </a:rPr>
              <a:t>s</a:t>
            </a:r>
            <a:r>
              <a:rPr lang="en-US" altLang="ko-KR" sz="2800" dirty="0" err="1">
                <a:cs typeface="Calibri" panose="020F0502020204030204" pitchFamily="34" charset="0"/>
              </a:rPr>
              <a:t>cheduler</a:t>
            </a:r>
            <a:r>
              <a:rPr lang="ko-KR" altLang="ko-KR" sz="2800" dirty="0">
                <a:cs typeface="Calibri" panose="020F0502020204030204" pitchFamily="34" charset="0"/>
              </a:rPr>
              <a:t>_v2</a:t>
            </a:r>
            <a:br>
              <a:rPr lang="ko-KR" altLang="ko-KR" sz="2800" dirty="0">
                <a:cs typeface="Calibri" panose="020F0502020204030204" pitchFamily="34" charset="0"/>
              </a:rPr>
            </a:br>
            <a:r>
              <a:rPr lang="ko-KR" altLang="en-US" sz="2800" dirty="0"/>
              <a:t> </a:t>
            </a:r>
            <a:r>
              <a:rPr lang="en-US" altLang="ko-KR" sz="2800" dirty="0"/>
              <a:t>(c) P#1</a:t>
            </a:r>
            <a:br>
              <a:rPr lang="en-US" altLang="ko-KR" sz="2800" dirty="0"/>
            </a:br>
            <a:r>
              <a:rPr lang="en-US" altLang="ko-KR" sz="2000" dirty="0"/>
              <a:t>Progress Report 2025.08.06</a:t>
            </a:r>
            <a:endParaRPr lang="ko-KR" altLang="en-US" sz="2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67544" y="4437112"/>
            <a:ext cx="7992888" cy="1512168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solidFill>
                  <a:schemeClr val="tx1"/>
                </a:solidFill>
              </a:rPr>
              <a:t>ChanHyung</a:t>
            </a:r>
            <a:r>
              <a:rPr lang="en-US" altLang="ko-KR" b="1" dirty="0">
                <a:solidFill>
                  <a:schemeClr val="tx1"/>
                </a:solidFill>
              </a:rPr>
              <a:t> Kim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School of AI Convergence, SSU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940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kumimoji="1" lang="en-US" altLang="en-US" sz="2400" dirty="0"/>
              <a:t>fork(), </a:t>
            </a:r>
            <a:r>
              <a:rPr kumimoji="1" lang="en-US" altLang="en-US" sz="2400" dirty="0" err="1"/>
              <a:t>fork_rt</a:t>
            </a:r>
            <a:r>
              <a:rPr kumimoji="1" lang="en-US" altLang="en-US" sz="2400" dirty="0"/>
              <a:t> combine</a:t>
            </a:r>
          </a:p>
          <a:p>
            <a:pPr marL="457200" indent="-457200">
              <a:buAutoNum type="arabicPeriod"/>
            </a:pPr>
            <a:r>
              <a:rPr kumimoji="1" lang="en-US" altLang="ko-KR" sz="2400" dirty="0"/>
              <a:t>Scheduler()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/>
              <a:t>Additional features</a:t>
            </a:r>
          </a:p>
          <a:p>
            <a:pPr marL="0" indent="0">
              <a:buNone/>
            </a:pPr>
            <a:endParaRPr lang="en-US" altLang="ko-KR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61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66AFF-178B-7229-6D63-46682685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30DDC-028F-29FA-A626-9782F2850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2. fork() / </a:t>
            </a:r>
            <a:r>
              <a:rPr kumimoji="1" lang="en-US" altLang="en-US" dirty="0" err="1"/>
              <a:t>fork_rt</a:t>
            </a:r>
            <a:r>
              <a:rPr kumimoji="1" lang="en-US" altLang="en-US" dirty="0"/>
              <a:t>()</a:t>
            </a:r>
            <a:endParaRPr kumimoji="1" lang="ko-Kore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C04089-BA7E-D730-13F4-C7199612E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717185"/>
            <a:ext cx="4031429" cy="497404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9B4E60E-FD2F-B2DB-BC1D-4D05B76A7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7" y="1700808"/>
            <a:ext cx="4283968" cy="499042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BA4ABB0-7FD9-2F27-8592-46C7EDE88F85}"/>
              </a:ext>
            </a:extLst>
          </p:cNvPr>
          <p:cNvSpPr/>
          <p:nvPr/>
        </p:nvSpPr>
        <p:spPr>
          <a:xfrm>
            <a:off x="395536" y="4585990"/>
            <a:ext cx="2304256" cy="2831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2C3B7A5-35F9-B6F7-1232-756758BC6C9B}"/>
              </a:ext>
            </a:extLst>
          </p:cNvPr>
          <p:cNvSpPr/>
          <p:nvPr/>
        </p:nvSpPr>
        <p:spPr>
          <a:xfrm>
            <a:off x="4932040" y="4439005"/>
            <a:ext cx="2304256" cy="2831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64471EE-FDBB-333E-7671-B4439196D94E}"/>
              </a:ext>
            </a:extLst>
          </p:cNvPr>
          <p:cNvSpPr/>
          <p:nvPr/>
        </p:nvSpPr>
        <p:spPr>
          <a:xfrm>
            <a:off x="4985386" y="6281327"/>
            <a:ext cx="576064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C7AA1FF-C98E-A2A1-6AE8-2EBA52ED6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3971" y="1227573"/>
            <a:ext cx="3096057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48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8CC21-7798-00BE-E56A-BB7ADDA3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E80E1-52F9-F1CE-BAE1-9CBE197C7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2. fork() / </a:t>
            </a:r>
            <a:r>
              <a:rPr kumimoji="1" lang="en-US" altLang="en-US" dirty="0" err="1"/>
              <a:t>fork_rt</a:t>
            </a:r>
            <a:r>
              <a:rPr kumimoji="1" lang="en-US" altLang="en-US" dirty="0"/>
              <a:t>()</a:t>
            </a:r>
            <a:endParaRPr kumimoji="1" lang="ko-Kore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9F86E9F-1FFF-34E3-675D-E9A0165CF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430" y="1268760"/>
            <a:ext cx="3820058" cy="12003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FA335FB-DF97-F1C6-3538-8DB62CBC9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430" y="2757596"/>
            <a:ext cx="3820058" cy="13428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905F66F-CCFD-63C2-C35C-B14C6D1E0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14" y="1268760"/>
            <a:ext cx="4742777" cy="531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78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B0CF-BDCB-5042-95ED-3B3DA12A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DB590-96AB-113B-6C5F-AB28A923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3. scheduler()</a:t>
            </a:r>
            <a:endParaRPr kumimoji="1" lang="ko-Kore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36F572-2764-17BE-7522-AC29FC581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767" y="1124744"/>
            <a:ext cx="5065804" cy="557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32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88048-5BD2-90C8-8A5B-F9C12C93C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5BC5A-3A1A-A200-07FC-0420318A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4. Additional feature – aging </a:t>
            </a:r>
            <a:r>
              <a:rPr kumimoji="1" lang="ko-KR" altLang="en-US" dirty="0"/>
              <a:t>기법</a:t>
            </a:r>
            <a:endParaRPr kumimoji="1" lang="ko-Kore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AEA511-4A9A-734E-17E4-52076AB2653F}"/>
              </a:ext>
            </a:extLst>
          </p:cNvPr>
          <p:cNvSpPr txBox="1"/>
          <p:nvPr/>
        </p:nvSpPr>
        <p:spPr>
          <a:xfrm>
            <a:off x="773154" y="1171099"/>
            <a:ext cx="5887078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현재 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scheduler</a:t>
            </a: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 </a:t>
            </a:r>
            <a:r>
              <a:rPr lang="ko-KR" altLang="en-US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특징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</a:p>
          <a:p>
            <a:pPr marL="285750" indent="-285750">
              <a:spcBef>
                <a:spcPts val="360"/>
              </a:spcBef>
              <a:buFontTx/>
              <a:buChar char="-"/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무조건적으로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RT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를 우선으로 실행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spcBef>
                <a:spcPts val="360"/>
              </a:spcBef>
              <a:buFontTx/>
              <a:buChar char="-"/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Rt process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가 매우 많을 경우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fork()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로 생성된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process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는 선정 안 함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CBF84D1-CD6F-08AB-43BF-FE0192628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2343531"/>
            <a:ext cx="1728192" cy="42398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F2A65-45EE-8584-3DE1-D7279EC68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99" y="2343531"/>
            <a:ext cx="1584176" cy="4258220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A9D9DB6-A461-A8DA-84E9-501221649DE7}"/>
              </a:ext>
            </a:extLst>
          </p:cNvPr>
          <p:cNvSpPr/>
          <p:nvPr/>
        </p:nvSpPr>
        <p:spPr>
          <a:xfrm>
            <a:off x="2259291" y="4056950"/>
            <a:ext cx="1296144" cy="79460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기아현상</a:t>
            </a:r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AE522D-993E-5997-5C10-793A58872D41}"/>
              </a:ext>
            </a:extLst>
          </p:cNvPr>
          <p:cNvSpPr txBox="1"/>
          <p:nvPr/>
        </p:nvSpPr>
        <p:spPr>
          <a:xfrm>
            <a:off x="5580112" y="2564661"/>
            <a:ext cx="3672408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&lt;aging 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기법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&gt;</a:t>
            </a:r>
          </a:p>
          <a:p>
            <a:pPr marL="342900" indent="-342900">
              <a:spcBef>
                <a:spcPts val="360"/>
              </a:spcBef>
              <a:buAutoNum type="arabicPeriod"/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특정 프로세스의 우선순위가 낮아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Bef>
                <a:spcPts val="360"/>
              </a:spcBef>
              <a:buAutoNum type="arabicPeriod"/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무한정 기다리는 경우 발생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Bef>
                <a:spcPts val="360"/>
              </a:spcBef>
              <a:buAutoNum type="arabicPeriod"/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일정시간이 지나면 우선순위 높여 줌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&lt;aging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기법 적용 방식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&gt;</a:t>
            </a:r>
          </a:p>
          <a:p>
            <a:pPr marL="285750" indent="-285750">
              <a:spcBef>
                <a:spcPts val="360"/>
              </a:spcBef>
              <a:buFontTx/>
              <a:buChar char="-"/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현재 스케줄링은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RT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를 먼저 실행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spcBef>
                <a:spcPts val="360"/>
              </a:spcBef>
              <a:buFontTx/>
              <a:buChar char="-"/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RR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방식의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PROCESS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우선순위를 높여도 의미 없음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spcBef>
                <a:spcPts val="360"/>
              </a:spcBef>
              <a:buFontTx/>
              <a:buChar char="-"/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일정시간 지나면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RT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방식 프로세스를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RR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방식으로 강등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b="1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9119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538C4-143B-342F-E45D-E967589E7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750EE-AD19-4BFB-CF16-8BDEB9A13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4. Additional feature – aging </a:t>
            </a:r>
            <a:r>
              <a:rPr kumimoji="1" lang="ko-KR" altLang="en-US" dirty="0"/>
              <a:t>발전</a:t>
            </a:r>
            <a:endParaRPr kumimoji="1" lang="ko-Kore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B92A500-A312-E523-0865-5E1B95AF67F5}"/>
              </a:ext>
            </a:extLst>
          </p:cNvPr>
          <p:cNvCxnSpPr>
            <a:cxnSpLocks/>
          </p:cNvCxnSpPr>
          <p:nvPr/>
        </p:nvCxnSpPr>
        <p:spPr>
          <a:xfrm>
            <a:off x="1187624" y="3212976"/>
            <a:ext cx="7272808" cy="7635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94C6079-989A-15A0-3348-B22DA7A08380}"/>
              </a:ext>
            </a:extLst>
          </p:cNvPr>
          <p:cNvCxnSpPr/>
          <p:nvPr/>
        </p:nvCxnSpPr>
        <p:spPr>
          <a:xfrm flipV="1">
            <a:off x="1193974" y="1209452"/>
            <a:ext cx="0" cy="2016224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6CC74B2-C9AC-7FAC-7245-B197DD9500B3}"/>
              </a:ext>
            </a:extLst>
          </p:cNvPr>
          <p:cNvCxnSpPr/>
          <p:nvPr/>
        </p:nvCxnSpPr>
        <p:spPr>
          <a:xfrm>
            <a:off x="1193974" y="2636912"/>
            <a:ext cx="641722" cy="0"/>
          </a:xfrm>
          <a:prstGeom prst="straightConnector1">
            <a:avLst/>
          </a:prstGeom>
          <a:ln w="19050">
            <a:solidFill>
              <a:srgbClr val="7030A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511D350-524C-B38D-F607-060E0DC06D4B}"/>
              </a:ext>
            </a:extLst>
          </p:cNvPr>
          <p:cNvCxnSpPr>
            <a:cxnSpLocks/>
          </p:cNvCxnSpPr>
          <p:nvPr/>
        </p:nvCxnSpPr>
        <p:spPr>
          <a:xfrm>
            <a:off x="1835696" y="2060848"/>
            <a:ext cx="3096344" cy="0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488B768-C165-39F4-B653-2418D8D99109}"/>
              </a:ext>
            </a:extLst>
          </p:cNvPr>
          <p:cNvCxnSpPr>
            <a:cxnSpLocks/>
          </p:cNvCxnSpPr>
          <p:nvPr/>
        </p:nvCxnSpPr>
        <p:spPr>
          <a:xfrm>
            <a:off x="2339752" y="2098948"/>
            <a:ext cx="0" cy="504056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3554C24-3402-FA63-6CD7-28636281BBAE}"/>
              </a:ext>
            </a:extLst>
          </p:cNvPr>
          <p:cNvCxnSpPr>
            <a:cxnSpLocks/>
          </p:cNvCxnSpPr>
          <p:nvPr/>
        </p:nvCxnSpPr>
        <p:spPr>
          <a:xfrm>
            <a:off x="2339752" y="2636912"/>
            <a:ext cx="2573626" cy="0"/>
          </a:xfrm>
          <a:prstGeom prst="line">
            <a:avLst/>
          </a:prstGeom>
          <a:ln w="19050">
            <a:solidFill>
              <a:srgbClr val="7030A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CC997B5-14D2-32DD-2F40-74EAA29A8532}"/>
              </a:ext>
            </a:extLst>
          </p:cNvPr>
          <p:cNvCxnSpPr/>
          <p:nvPr/>
        </p:nvCxnSpPr>
        <p:spPr>
          <a:xfrm>
            <a:off x="4913378" y="2098948"/>
            <a:ext cx="0" cy="504056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E2B2106B-EB4B-596D-A5A6-D1926ECECE11}"/>
              </a:ext>
            </a:extLst>
          </p:cNvPr>
          <p:cNvCxnSpPr/>
          <p:nvPr/>
        </p:nvCxnSpPr>
        <p:spPr>
          <a:xfrm>
            <a:off x="4932040" y="2636912"/>
            <a:ext cx="144016" cy="0"/>
          </a:xfrm>
          <a:prstGeom prst="straightConnector1">
            <a:avLst/>
          </a:prstGeom>
          <a:ln w="19050">
            <a:solidFill>
              <a:srgbClr val="7030A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1AEF21A5-75AC-94BB-DF2D-3C2B93ED9B16}"/>
              </a:ext>
            </a:extLst>
          </p:cNvPr>
          <p:cNvCxnSpPr/>
          <p:nvPr/>
        </p:nvCxnSpPr>
        <p:spPr>
          <a:xfrm>
            <a:off x="5061374" y="2636912"/>
            <a:ext cx="144016" cy="0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AA8FC1E-60D1-1DCD-3F8A-7887A3518D39}"/>
              </a:ext>
            </a:extLst>
          </p:cNvPr>
          <p:cNvCxnSpPr/>
          <p:nvPr/>
        </p:nvCxnSpPr>
        <p:spPr>
          <a:xfrm>
            <a:off x="5190708" y="2636912"/>
            <a:ext cx="144016" cy="0"/>
          </a:xfrm>
          <a:prstGeom prst="straightConnector1">
            <a:avLst/>
          </a:prstGeom>
          <a:ln w="19050">
            <a:solidFill>
              <a:srgbClr val="7030A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698928E2-8E4A-6664-2AD5-05936D38941E}"/>
              </a:ext>
            </a:extLst>
          </p:cNvPr>
          <p:cNvCxnSpPr/>
          <p:nvPr/>
        </p:nvCxnSpPr>
        <p:spPr>
          <a:xfrm>
            <a:off x="5320042" y="2636912"/>
            <a:ext cx="144016" cy="0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46C07A6-303C-39AF-24B2-0603E87AB034}"/>
              </a:ext>
            </a:extLst>
          </p:cNvPr>
          <p:cNvCxnSpPr/>
          <p:nvPr/>
        </p:nvCxnSpPr>
        <p:spPr>
          <a:xfrm>
            <a:off x="5449376" y="2636912"/>
            <a:ext cx="144016" cy="0"/>
          </a:xfrm>
          <a:prstGeom prst="straightConnector1">
            <a:avLst/>
          </a:prstGeom>
          <a:ln w="19050">
            <a:solidFill>
              <a:srgbClr val="7030A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090F977-3A6A-41DB-CFE0-E6D2C4C1656F}"/>
              </a:ext>
            </a:extLst>
          </p:cNvPr>
          <p:cNvCxnSpPr/>
          <p:nvPr/>
        </p:nvCxnSpPr>
        <p:spPr>
          <a:xfrm>
            <a:off x="5578710" y="2636912"/>
            <a:ext cx="144016" cy="0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69517DA-088D-D8BD-F715-DC1B79E37C69}"/>
              </a:ext>
            </a:extLst>
          </p:cNvPr>
          <p:cNvCxnSpPr/>
          <p:nvPr/>
        </p:nvCxnSpPr>
        <p:spPr>
          <a:xfrm>
            <a:off x="5708044" y="2636912"/>
            <a:ext cx="144016" cy="0"/>
          </a:xfrm>
          <a:prstGeom prst="straightConnector1">
            <a:avLst/>
          </a:prstGeom>
          <a:ln w="19050">
            <a:solidFill>
              <a:srgbClr val="7030A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0566115B-D772-DE46-C0B8-D76B44BB0648}"/>
              </a:ext>
            </a:extLst>
          </p:cNvPr>
          <p:cNvCxnSpPr/>
          <p:nvPr/>
        </p:nvCxnSpPr>
        <p:spPr>
          <a:xfrm>
            <a:off x="5837378" y="2636912"/>
            <a:ext cx="144016" cy="0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C260290-8624-C334-2871-32989A07E200}"/>
              </a:ext>
            </a:extLst>
          </p:cNvPr>
          <p:cNvCxnSpPr/>
          <p:nvPr/>
        </p:nvCxnSpPr>
        <p:spPr>
          <a:xfrm>
            <a:off x="5966712" y="2636912"/>
            <a:ext cx="144016" cy="0"/>
          </a:xfrm>
          <a:prstGeom prst="straightConnector1">
            <a:avLst/>
          </a:prstGeom>
          <a:ln w="19050">
            <a:solidFill>
              <a:srgbClr val="7030A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BB55C5A-0DE6-22C2-ACD4-FBF06AD01847}"/>
              </a:ext>
            </a:extLst>
          </p:cNvPr>
          <p:cNvCxnSpPr/>
          <p:nvPr/>
        </p:nvCxnSpPr>
        <p:spPr>
          <a:xfrm>
            <a:off x="6096046" y="2636912"/>
            <a:ext cx="144016" cy="0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454CABC5-C588-EF52-5B2A-855E3E24AE85}"/>
              </a:ext>
            </a:extLst>
          </p:cNvPr>
          <p:cNvCxnSpPr/>
          <p:nvPr/>
        </p:nvCxnSpPr>
        <p:spPr>
          <a:xfrm>
            <a:off x="6225380" y="2636912"/>
            <a:ext cx="144016" cy="0"/>
          </a:xfrm>
          <a:prstGeom prst="straightConnector1">
            <a:avLst/>
          </a:prstGeom>
          <a:ln w="19050">
            <a:solidFill>
              <a:srgbClr val="7030A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00BFDC36-CF41-ABDB-4C71-28B1689CD856}"/>
              </a:ext>
            </a:extLst>
          </p:cNvPr>
          <p:cNvCxnSpPr/>
          <p:nvPr/>
        </p:nvCxnSpPr>
        <p:spPr>
          <a:xfrm>
            <a:off x="6354714" y="2636912"/>
            <a:ext cx="144016" cy="0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E0C0F0C-D32A-2C0A-859D-A460F60E6AE2}"/>
              </a:ext>
            </a:extLst>
          </p:cNvPr>
          <p:cNvCxnSpPr/>
          <p:nvPr/>
        </p:nvCxnSpPr>
        <p:spPr>
          <a:xfrm>
            <a:off x="6484048" y="2636912"/>
            <a:ext cx="144016" cy="0"/>
          </a:xfrm>
          <a:prstGeom prst="straightConnector1">
            <a:avLst/>
          </a:prstGeom>
          <a:ln w="19050">
            <a:solidFill>
              <a:srgbClr val="7030A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C6AFEC5-7D21-FC1E-1ADA-2264E91F8735}"/>
              </a:ext>
            </a:extLst>
          </p:cNvPr>
          <p:cNvCxnSpPr>
            <a:cxnSpLocks/>
          </p:cNvCxnSpPr>
          <p:nvPr/>
        </p:nvCxnSpPr>
        <p:spPr>
          <a:xfrm>
            <a:off x="6613376" y="2636912"/>
            <a:ext cx="1703040" cy="0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A5A7D059-2164-FD54-4726-73F7B15D144B}"/>
              </a:ext>
            </a:extLst>
          </p:cNvPr>
          <p:cNvCxnSpPr/>
          <p:nvPr/>
        </p:nvCxnSpPr>
        <p:spPr>
          <a:xfrm flipV="1">
            <a:off x="1835696" y="3220611"/>
            <a:ext cx="0" cy="15269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E29BA0F5-C394-D93A-11EE-968EDC95E036}"/>
              </a:ext>
            </a:extLst>
          </p:cNvPr>
          <p:cNvCxnSpPr/>
          <p:nvPr/>
        </p:nvCxnSpPr>
        <p:spPr>
          <a:xfrm flipV="1">
            <a:off x="2339752" y="3212976"/>
            <a:ext cx="0" cy="15269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1FC61298-B656-405F-9485-1BCE0C6CE5DE}"/>
              </a:ext>
            </a:extLst>
          </p:cNvPr>
          <p:cNvCxnSpPr/>
          <p:nvPr/>
        </p:nvCxnSpPr>
        <p:spPr>
          <a:xfrm flipV="1">
            <a:off x="5868144" y="3212976"/>
            <a:ext cx="0" cy="15269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6386EB4E-8B3C-2065-9CA3-8DBEE474A6F6}"/>
              </a:ext>
            </a:extLst>
          </p:cNvPr>
          <p:cNvSpPr txBox="1"/>
          <p:nvPr/>
        </p:nvSpPr>
        <p:spPr>
          <a:xfrm>
            <a:off x="1403648" y="3303646"/>
            <a:ext cx="7267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i="1" dirty="0" err="1">
                <a:solidFill>
                  <a:schemeClr val="bg1">
                    <a:lumMod val="50000"/>
                  </a:schemeClr>
                </a:solidFill>
              </a:rPr>
              <a:t>fork_rt</a:t>
            </a:r>
            <a:r>
              <a:rPr lang="en-US" altLang="ko-KR" sz="800" b="1" i="1" dirty="0">
                <a:solidFill>
                  <a:schemeClr val="bg1">
                    <a:lumMod val="50000"/>
                  </a:schemeClr>
                </a:solidFill>
              </a:rPr>
              <a:t>(20)</a:t>
            </a:r>
            <a:endParaRPr lang="ko-KR" altLang="en-US" sz="8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29E9AA4-0B82-DD08-7704-664DAB981D11}"/>
              </a:ext>
            </a:extLst>
          </p:cNvPr>
          <p:cNvSpPr txBox="1"/>
          <p:nvPr/>
        </p:nvSpPr>
        <p:spPr>
          <a:xfrm>
            <a:off x="2123728" y="3303646"/>
            <a:ext cx="5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i="1" dirty="0">
                <a:solidFill>
                  <a:schemeClr val="bg1">
                    <a:lumMod val="50000"/>
                  </a:schemeClr>
                </a:solidFill>
              </a:rPr>
              <a:t>fork()</a:t>
            </a:r>
            <a:endParaRPr lang="ko-KR" altLang="en-US" sz="8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2CC51867-3B16-C4F6-25A7-6A04B16832D3}"/>
              </a:ext>
            </a:extLst>
          </p:cNvPr>
          <p:cNvCxnSpPr>
            <a:cxnSpLocks/>
          </p:cNvCxnSpPr>
          <p:nvPr/>
        </p:nvCxnSpPr>
        <p:spPr>
          <a:xfrm>
            <a:off x="1187624" y="6008588"/>
            <a:ext cx="7272808" cy="0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E66F354C-AA9F-9525-F090-865B7FEF2180}"/>
              </a:ext>
            </a:extLst>
          </p:cNvPr>
          <p:cNvCxnSpPr/>
          <p:nvPr/>
        </p:nvCxnSpPr>
        <p:spPr>
          <a:xfrm flipV="1">
            <a:off x="1193974" y="4005064"/>
            <a:ext cx="0" cy="2016224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3EE9DD11-D0D2-7E87-A229-4F4B6CEE6F66}"/>
              </a:ext>
            </a:extLst>
          </p:cNvPr>
          <p:cNvCxnSpPr/>
          <p:nvPr/>
        </p:nvCxnSpPr>
        <p:spPr>
          <a:xfrm>
            <a:off x="1193974" y="5432524"/>
            <a:ext cx="641722" cy="0"/>
          </a:xfrm>
          <a:prstGeom prst="straightConnector1">
            <a:avLst/>
          </a:prstGeom>
          <a:ln w="19050">
            <a:solidFill>
              <a:srgbClr val="7030A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077D116D-5465-54C4-90AD-7ABAF2E914ED}"/>
              </a:ext>
            </a:extLst>
          </p:cNvPr>
          <p:cNvCxnSpPr>
            <a:cxnSpLocks/>
          </p:cNvCxnSpPr>
          <p:nvPr/>
        </p:nvCxnSpPr>
        <p:spPr>
          <a:xfrm>
            <a:off x="1835696" y="4856460"/>
            <a:ext cx="3077682" cy="0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0FE1438C-F0B0-4813-94CD-B0FF7ECC816F}"/>
              </a:ext>
            </a:extLst>
          </p:cNvPr>
          <p:cNvCxnSpPr>
            <a:cxnSpLocks/>
          </p:cNvCxnSpPr>
          <p:nvPr/>
        </p:nvCxnSpPr>
        <p:spPr>
          <a:xfrm>
            <a:off x="2339752" y="4894560"/>
            <a:ext cx="0" cy="504056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FE04037B-3F03-BF1D-5570-E6E1B26B8E9F}"/>
              </a:ext>
            </a:extLst>
          </p:cNvPr>
          <p:cNvCxnSpPr>
            <a:cxnSpLocks/>
          </p:cNvCxnSpPr>
          <p:nvPr/>
        </p:nvCxnSpPr>
        <p:spPr>
          <a:xfrm>
            <a:off x="2339752" y="5432524"/>
            <a:ext cx="2592288" cy="0"/>
          </a:xfrm>
          <a:prstGeom prst="line">
            <a:avLst/>
          </a:prstGeom>
          <a:ln w="19050">
            <a:solidFill>
              <a:srgbClr val="7030A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DA4D649E-B418-B00D-9821-ABD57E06D449}"/>
              </a:ext>
            </a:extLst>
          </p:cNvPr>
          <p:cNvCxnSpPr/>
          <p:nvPr/>
        </p:nvCxnSpPr>
        <p:spPr>
          <a:xfrm>
            <a:off x="4897356" y="4894560"/>
            <a:ext cx="0" cy="504056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57F0BBD-5DDC-6B81-3647-5B1491E28F5A}"/>
              </a:ext>
            </a:extLst>
          </p:cNvPr>
          <p:cNvCxnSpPr/>
          <p:nvPr/>
        </p:nvCxnSpPr>
        <p:spPr>
          <a:xfrm>
            <a:off x="4904078" y="5432524"/>
            <a:ext cx="144016" cy="0"/>
          </a:xfrm>
          <a:prstGeom prst="straightConnector1">
            <a:avLst/>
          </a:prstGeom>
          <a:ln w="19050">
            <a:solidFill>
              <a:srgbClr val="7030A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BC9FDF6A-A2DB-AAE1-F4A5-798770A56B72}"/>
              </a:ext>
            </a:extLst>
          </p:cNvPr>
          <p:cNvCxnSpPr/>
          <p:nvPr/>
        </p:nvCxnSpPr>
        <p:spPr>
          <a:xfrm>
            <a:off x="5033412" y="5432524"/>
            <a:ext cx="144016" cy="0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39716F13-BDC5-B538-4BEE-5EC72E521F66}"/>
              </a:ext>
            </a:extLst>
          </p:cNvPr>
          <p:cNvCxnSpPr/>
          <p:nvPr/>
        </p:nvCxnSpPr>
        <p:spPr>
          <a:xfrm>
            <a:off x="5162746" y="5432524"/>
            <a:ext cx="144016" cy="0"/>
          </a:xfrm>
          <a:prstGeom prst="straightConnector1">
            <a:avLst/>
          </a:prstGeom>
          <a:ln w="19050">
            <a:solidFill>
              <a:srgbClr val="7030A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6E14D0B2-E24F-EFC6-54FA-E4067792872F}"/>
              </a:ext>
            </a:extLst>
          </p:cNvPr>
          <p:cNvCxnSpPr/>
          <p:nvPr/>
        </p:nvCxnSpPr>
        <p:spPr>
          <a:xfrm>
            <a:off x="5292080" y="5432524"/>
            <a:ext cx="144016" cy="0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B49CB8B6-4595-90EF-BD4E-B35F85371B6B}"/>
              </a:ext>
            </a:extLst>
          </p:cNvPr>
          <p:cNvCxnSpPr/>
          <p:nvPr/>
        </p:nvCxnSpPr>
        <p:spPr>
          <a:xfrm>
            <a:off x="7719149" y="5432524"/>
            <a:ext cx="144016" cy="0"/>
          </a:xfrm>
          <a:prstGeom prst="straightConnector1">
            <a:avLst/>
          </a:prstGeom>
          <a:ln w="19050">
            <a:solidFill>
              <a:srgbClr val="7030A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7FD79082-022C-63F8-F84A-E9DC0A54E77F}"/>
              </a:ext>
            </a:extLst>
          </p:cNvPr>
          <p:cNvCxnSpPr/>
          <p:nvPr/>
        </p:nvCxnSpPr>
        <p:spPr>
          <a:xfrm>
            <a:off x="7848483" y="5432524"/>
            <a:ext cx="144016" cy="0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37D6BA63-CD3B-8208-8B0C-495BFE69A137}"/>
              </a:ext>
            </a:extLst>
          </p:cNvPr>
          <p:cNvCxnSpPr/>
          <p:nvPr/>
        </p:nvCxnSpPr>
        <p:spPr>
          <a:xfrm>
            <a:off x="7977817" y="5432524"/>
            <a:ext cx="144016" cy="0"/>
          </a:xfrm>
          <a:prstGeom prst="straightConnector1">
            <a:avLst/>
          </a:prstGeom>
          <a:ln w="19050">
            <a:solidFill>
              <a:srgbClr val="7030A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DDB462F6-7AD0-200A-2556-51C469589897}"/>
              </a:ext>
            </a:extLst>
          </p:cNvPr>
          <p:cNvCxnSpPr/>
          <p:nvPr/>
        </p:nvCxnSpPr>
        <p:spPr>
          <a:xfrm flipV="1">
            <a:off x="1835696" y="6016223"/>
            <a:ext cx="0" cy="15269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0EC1D91B-94A2-E9E4-3CE6-CBA0CD1A614E}"/>
              </a:ext>
            </a:extLst>
          </p:cNvPr>
          <p:cNvCxnSpPr/>
          <p:nvPr/>
        </p:nvCxnSpPr>
        <p:spPr>
          <a:xfrm flipV="1">
            <a:off x="2339752" y="6008588"/>
            <a:ext cx="0" cy="15269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D26324D3-DA81-4169-1AC9-4C79532A8208}"/>
              </a:ext>
            </a:extLst>
          </p:cNvPr>
          <p:cNvCxnSpPr/>
          <p:nvPr/>
        </p:nvCxnSpPr>
        <p:spPr>
          <a:xfrm flipV="1">
            <a:off x="5454758" y="6045590"/>
            <a:ext cx="0" cy="15269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EB381954-277F-5E50-9394-BAD31FE79993}"/>
              </a:ext>
            </a:extLst>
          </p:cNvPr>
          <p:cNvSpPr txBox="1"/>
          <p:nvPr/>
        </p:nvSpPr>
        <p:spPr>
          <a:xfrm>
            <a:off x="1403648" y="6099258"/>
            <a:ext cx="7267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i="1" dirty="0" err="1">
                <a:solidFill>
                  <a:schemeClr val="bg1">
                    <a:lumMod val="50000"/>
                  </a:schemeClr>
                </a:solidFill>
              </a:rPr>
              <a:t>fork_rt</a:t>
            </a:r>
            <a:r>
              <a:rPr lang="en-US" altLang="ko-KR" sz="800" b="1" i="1" dirty="0">
                <a:solidFill>
                  <a:schemeClr val="bg1">
                    <a:lumMod val="50000"/>
                  </a:schemeClr>
                </a:solidFill>
              </a:rPr>
              <a:t>(20)</a:t>
            </a:r>
            <a:endParaRPr lang="ko-KR" altLang="en-US" sz="8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16C51AD-403E-46B2-9E0F-35FE6A59B892}"/>
              </a:ext>
            </a:extLst>
          </p:cNvPr>
          <p:cNvSpPr txBox="1"/>
          <p:nvPr/>
        </p:nvSpPr>
        <p:spPr>
          <a:xfrm>
            <a:off x="2123728" y="6099258"/>
            <a:ext cx="576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i="1" dirty="0">
                <a:solidFill>
                  <a:schemeClr val="bg1">
                    <a:lumMod val="50000"/>
                  </a:schemeClr>
                </a:solidFill>
              </a:rPr>
              <a:t>fork()</a:t>
            </a:r>
            <a:endParaRPr lang="ko-KR" altLang="en-US" sz="8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04477511-C9DC-6F29-A71C-6D390A1E45D3}"/>
              </a:ext>
            </a:extLst>
          </p:cNvPr>
          <p:cNvCxnSpPr>
            <a:cxnSpLocks/>
          </p:cNvCxnSpPr>
          <p:nvPr/>
        </p:nvCxnSpPr>
        <p:spPr>
          <a:xfrm flipV="1">
            <a:off x="5422683" y="4909806"/>
            <a:ext cx="0" cy="504056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936D5C12-ECA7-FA3D-0F10-9E474BCC26B0}"/>
              </a:ext>
            </a:extLst>
          </p:cNvPr>
          <p:cNvCxnSpPr>
            <a:cxnSpLocks/>
          </p:cNvCxnSpPr>
          <p:nvPr/>
        </p:nvCxnSpPr>
        <p:spPr>
          <a:xfrm>
            <a:off x="5436096" y="4870389"/>
            <a:ext cx="2257400" cy="24171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9C511A52-C77B-9372-4527-0494FCF2D704}"/>
              </a:ext>
            </a:extLst>
          </p:cNvPr>
          <p:cNvCxnSpPr/>
          <p:nvPr/>
        </p:nvCxnSpPr>
        <p:spPr>
          <a:xfrm>
            <a:off x="7693496" y="4913222"/>
            <a:ext cx="0" cy="504056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2F1275B7-A7F1-6820-6CC5-872C8FB294FE}"/>
              </a:ext>
            </a:extLst>
          </p:cNvPr>
          <p:cNvSpPr txBox="1"/>
          <p:nvPr/>
        </p:nvSpPr>
        <p:spPr>
          <a:xfrm>
            <a:off x="895740" y="3794178"/>
            <a:ext cx="641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Priority</a:t>
            </a:r>
            <a:endParaRPr lang="ko-KR" altLang="en-US" sz="10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B60EDCE-4ECB-F2D8-1F9A-EDADA625F341}"/>
              </a:ext>
            </a:extLst>
          </p:cNvPr>
          <p:cNvSpPr txBox="1"/>
          <p:nvPr/>
        </p:nvSpPr>
        <p:spPr>
          <a:xfrm>
            <a:off x="895740" y="1035328"/>
            <a:ext cx="641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Priority</a:t>
            </a:r>
            <a:endParaRPr lang="ko-KR" altLang="en-US" sz="10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DB315C9-12B0-97FB-890F-9739F7DB1D1F}"/>
              </a:ext>
            </a:extLst>
          </p:cNvPr>
          <p:cNvSpPr txBox="1"/>
          <p:nvPr/>
        </p:nvSpPr>
        <p:spPr>
          <a:xfrm>
            <a:off x="876831" y="5306140"/>
            <a:ext cx="3748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i="1" dirty="0"/>
              <a:t>RR</a:t>
            </a:r>
            <a:endParaRPr lang="ko-KR" altLang="en-US" sz="800" b="1" i="1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88EFBD4-290A-42A5-595A-5A30FB54436B}"/>
              </a:ext>
            </a:extLst>
          </p:cNvPr>
          <p:cNvSpPr txBox="1"/>
          <p:nvPr/>
        </p:nvSpPr>
        <p:spPr>
          <a:xfrm>
            <a:off x="884741" y="4711414"/>
            <a:ext cx="3748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i="1" dirty="0"/>
              <a:t>RT</a:t>
            </a:r>
            <a:endParaRPr lang="ko-KR" altLang="en-US" sz="800" b="1" i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6054E33-449E-E0E8-89F2-B9550F191EB9}"/>
              </a:ext>
            </a:extLst>
          </p:cNvPr>
          <p:cNvSpPr txBox="1"/>
          <p:nvPr/>
        </p:nvSpPr>
        <p:spPr>
          <a:xfrm>
            <a:off x="877686" y="2519411"/>
            <a:ext cx="3748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i="1" dirty="0"/>
              <a:t>RR</a:t>
            </a:r>
            <a:endParaRPr lang="ko-KR" altLang="en-US" sz="800" b="1" i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C9D327E-C951-8B45-3E30-9A244C576CEB}"/>
              </a:ext>
            </a:extLst>
          </p:cNvPr>
          <p:cNvSpPr txBox="1"/>
          <p:nvPr/>
        </p:nvSpPr>
        <p:spPr>
          <a:xfrm>
            <a:off x="885596" y="1924685"/>
            <a:ext cx="3748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i="1" dirty="0"/>
              <a:t>RT</a:t>
            </a:r>
            <a:endParaRPr lang="ko-KR" altLang="en-US" sz="800" b="1" i="1" dirty="0"/>
          </a:p>
        </p:txBody>
      </p: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91813BD5-4741-8238-C425-5413254CD78D}"/>
              </a:ext>
            </a:extLst>
          </p:cNvPr>
          <p:cNvCxnSpPr/>
          <p:nvPr/>
        </p:nvCxnSpPr>
        <p:spPr>
          <a:xfrm flipV="1">
            <a:off x="4897356" y="6022911"/>
            <a:ext cx="0" cy="15269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1CE7BC4C-FAF2-6C2C-09BB-ECAECEAF763C}"/>
              </a:ext>
            </a:extLst>
          </p:cNvPr>
          <p:cNvSpPr txBox="1"/>
          <p:nvPr/>
        </p:nvSpPr>
        <p:spPr>
          <a:xfrm>
            <a:off x="4067056" y="6145425"/>
            <a:ext cx="1322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DEMOTE TO </a:t>
            </a:r>
          </a:p>
          <a:p>
            <a:pPr algn="ctr"/>
            <a:r>
              <a:rPr lang="en-US" altLang="ko-KR" sz="800" dirty="0"/>
              <a:t>Round Robin</a:t>
            </a:r>
            <a:endParaRPr lang="ko-KR" altLang="en-US" sz="8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338227D-7A6A-B491-92D7-35A550DCB33D}"/>
              </a:ext>
            </a:extLst>
          </p:cNvPr>
          <p:cNvSpPr txBox="1"/>
          <p:nvPr/>
        </p:nvSpPr>
        <p:spPr>
          <a:xfrm>
            <a:off x="4932040" y="6145425"/>
            <a:ext cx="1322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PROMOTE TO </a:t>
            </a:r>
          </a:p>
          <a:p>
            <a:pPr algn="ctr"/>
            <a:r>
              <a:rPr lang="en-US" altLang="ko-KR" sz="800" dirty="0"/>
              <a:t>Real Time</a:t>
            </a:r>
            <a:endParaRPr lang="ko-KR" altLang="en-US" sz="800" dirty="0"/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1018C919-405E-79FD-A211-0907BA4C5851}"/>
              </a:ext>
            </a:extLst>
          </p:cNvPr>
          <p:cNvCxnSpPr/>
          <p:nvPr/>
        </p:nvCxnSpPr>
        <p:spPr>
          <a:xfrm flipV="1">
            <a:off x="7706556" y="6046402"/>
            <a:ext cx="0" cy="15269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44AC039C-3573-3010-0125-C694E79BBF1B}"/>
              </a:ext>
            </a:extLst>
          </p:cNvPr>
          <p:cNvSpPr txBox="1"/>
          <p:nvPr/>
        </p:nvSpPr>
        <p:spPr>
          <a:xfrm>
            <a:off x="6876256" y="6168916"/>
            <a:ext cx="1322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DEMOTE TO </a:t>
            </a:r>
          </a:p>
          <a:p>
            <a:pPr algn="ctr"/>
            <a:r>
              <a:rPr lang="en-US" altLang="ko-KR" sz="800" dirty="0"/>
              <a:t>Round Robin</a:t>
            </a:r>
            <a:endParaRPr lang="ko-KR" altLang="en-US" sz="800" dirty="0"/>
          </a:p>
        </p:txBody>
      </p:sp>
      <p:sp>
        <p:nvSpPr>
          <p:cNvPr id="176" name="말풍선: 모서리가 둥근 사각형 175">
            <a:extLst>
              <a:ext uri="{FF2B5EF4-FFF2-40B4-BE49-F238E27FC236}">
                <a16:creationId xmlns:a16="http://schemas.microsoft.com/office/drawing/2014/main" id="{F501D1DD-E5C1-B0A2-61D1-D4C610AF2468}"/>
              </a:ext>
            </a:extLst>
          </p:cNvPr>
          <p:cNvSpPr/>
          <p:nvPr/>
        </p:nvSpPr>
        <p:spPr>
          <a:xfrm>
            <a:off x="2987829" y="4272762"/>
            <a:ext cx="648065" cy="403764"/>
          </a:xfrm>
          <a:prstGeom prst="wedgeRoundRectCallout">
            <a:avLst>
              <a:gd name="adj1" fmla="val -24782"/>
              <a:gd name="adj2" fmla="val 80652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100 ticks</a:t>
            </a:r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7" name="말풍선: 모서리가 둥근 사각형 176">
            <a:extLst>
              <a:ext uri="{FF2B5EF4-FFF2-40B4-BE49-F238E27FC236}">
                <a16:creationId xmlns:a16="http://schemas.microsoft.com/office/drawing/2014/main" id="{729B97ED-A113-4CE4-DDC6-CD9C37FB1E5A}"/>
              </a:ext>
            </a:extLst>
          </p:cNvPr>
          <p:cNvSpPr/>
          <p:nvPr/>
        </p:nvSpPr>
        <p:spPr>
          <a:xfrm>
            <a:off x="3059835" y="1500538"/>
            <a:ext cx="648065" cy="403764"/>
          </a:xfrm>
          <a:prstGeom prst="wedgeRoundRectCallout">
            <a:avLst>
              <a:gd name="adj1" fmla="val -24782"/>
              <a:gd name="adj2" fmla="val 80652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100 ticks</a:t>
            </a:r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8" name="말풍선: 모서리가 둥근 사각형 177">
            <a:extLst>
              <a:ext uri="{FF2B5EF4-FFF2-40B4-BE49-F238E27FC236}">
                <a16:creationId xmlns:a16="http://schemas.microsoft.com/office/drawing/2014/main" id="{2A66A0FA-377D-86C2-375A-D25F5972FF70}"/>
              </a:ext>
            </a:extLst>
          </p:cNvPr>
          <p:cNvSpPr/>
          <p:nvPr/>
        </p:nvSpPr>
        <p:spPr>
          <a:xfrm>
            <a:off x="4860032" y="5573084"/>
            <a:ext cx="662746" cy="232180"/>
          </a:xfrm>
          <a:prstGeom prst="wedgeRoundRectCallout">
            <a:avLst>
              <a:gd name="adj1" fmla="val -22062"/>
              <a:gd name="adj2" fmla="val -94875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5 ticks</a:t>
            </a:r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29FCF20-FE9D-13A0-D396-E2303735C8F8}"/>
              </a:ext>
            </a:extLst>
          </p:cNvPr>
          <p:cNvCxnSpPr>
            <a:cxnSpLocks/>
          </p:cNvCxnSpPr>
          <p:nvPr/>
        </p:nvCxnSpPr>
        <p:spPr>
          <a:xfrm>
            <a:off x="5422683" y="5434632"/>
            <a:ext cx="2332351" cy="0"/>
          </a:xfrm>
          <a:prstGeom prst="line">
            <a:avLst/>
          </a:prstGeom>
          <a:ln w="19050">
            <a:solidFill>
              <a:srgbClr val="7030A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CE7B77A4-8626-6436-66DC-CAB20E330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078" y="3859710"/>
            <a:ext cx="3953455" cy="50863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FB7DC33-E6CF-DD8E-BA1F-E2AB5E78417C}"/>
              </a:ext>
            </a:extLst>
          </p:cNvPr>
          <p:cNvSpPr/>
          <p:nvPr/>
        </p:nvSpPr>
        <p:spPr>
          <a:xfrm>
            <a:off x="5004048" y="4191913"/>
            <a:ext cx="1480000" cy="1950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11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41415-AB69-AAC4-4739-7DE273E49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C5FCB9-4CB0-ADEB-0535-090FB4D0B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4. Additional feature –  </a:t>
            </a:r>
            <a:r>
              <a:rPr kumimoji="1" lang="en-US" altLang="en-US" dirty="0" err="1"/>
              <a:t>trap.c</a:t>
            </a:r>
            <a:endParaRPr kumimoji="1" lang="ko-Kore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55FD57-80A3-7D30-ECE5-ADB64350F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337" y="1196752"/>
            <a:ext cx="6449325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37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2A16B-A486-3886-BF29-8D7B03171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E758E-EC13-A76D-BD13-E3CE4A4E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4. Additional feature –  TEST CASE</a:t>
            </a:r>
            <a:endParaRPr kumimoji="1" lang="ko-Kore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075777-E1B7-36E5-014C-4A7EC79D4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144" y="1329510"/>
            <a:ext cx="3479712" cy="525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51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B375B-C6F3-C0A6-20FD-EC82D07C0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395D4-724A-CA1B-8C0B-5EC0B1EC3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2130430"/>
            <a:ext cx="8136904" cy="1470025"/>
          </a:xfrm>
        </p:spPr>
        <p:txBody>
          <a:bodyPr>
            <a:noAutofit/>
          </a:bodyPr>
          <a:lstStyle/>
          <a:p>
            <a:r>
              <a:rPr lang="en-US" altLang="ko-KR" sz="2800" dirty="0">
                <a:ea typeface="Calibri" panose="020F0502020204030204" pitchFamily="34" charset="0"/>
                <a:cs typeface="Calibri" panose="020F0502020204030204" pitchFamily="34" charset="0"/>
              </a:rPr>
              <a:t>XV6_</a:t>
            </a:r>
            <a:r>
              <a:rPr lang="ko-KR" altLang="ko-KR" sz="2800" dirty="0" err="1">
                <a:cs typeface="Calibri" panose="020F0502020204030204" pitchFamily="34" charset="0"/>
              </a:rPr>
              <a:t>s</a:t>
            </a:r>
            <a:r>
              <a:rPr lang="en-US" altLang="ko-KR" sz="2800" dirty="0">
                <a:cs typeface="Calibri" panose="020F0502020204030204" pitchFamily="34" charset="0"/>
              </a:rPr>
              <a:t>lab</a:t>
            </a:r>
            <a:r>
              <a:rPr lang="ko-KR" altLang="ko-KR" sz="2800" dirty="0">
                <a:cs typeface="Calibri" panose="020F0502020204030204" pitchFamily="34" charset="0"/>
              </a:rPr>
              <a:t>_</a:t>
            </a:r>
            <a:r>
              <a:rPr lang="en-US" altLang="ko-KR" sz="2800" dirty="0">
                <a:cs typeface="Calibri" panose="020F0502020204030204" pitchFamily="34" charset="0"/>
              </a:rPr>
              <a:t>allocator</a:t>
            </a:r>
            <a:br>
              <a:rPr lang="ko-KR" altLang="ko-KR" sz="2800" dirty="0">
                <a:cs typeface="Calibri" panose="020F0502020204030204" pitchFamily="34" charset="0"/>
              </a:rPr>
            </a:br>
            <a:r>
              <a:rPr lang="ko-KR" altLang="en-US" sz="2800" dirty="0"/>
              <a:t> </a:t>
            </a:r>
            <a:r>
              <a:rPr lang="en-US" altLang="ko-KR" sz="2800" dirty="0"/>
              <a:t>(c) P#2</a:t>
            </a:r>
            <a:br>
              <a:rPr lang="en-US" altLang="ko-KR" sz="2800" dirty="0"/>
            </a:br>
            <a:r>
              <a:rPr lang="en-US" altLang="ko-KR" sz="2000" dirty="0"/>
              <a:t>Progress Report 2025.08.06</a:t>
            </a:r>
            <a:endParaRPr lang="ko-KR" altLang="en-US" sz="2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F51709-2466-F9DE-9F5A-01D5672F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544" y="4437112"/>
            <a:ext cx="7992888" cy="1512168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solidFill>
                  <a:schemeClr val="tx1"/>
                </a:solidFill>
              </a:rPr>
              <a:t>ChanHyung</a:t>
            </a:r>
            <a:r>
              <a:rPr lang="en-US" altLang="ko-KR" b="1" dirty="0">
                <a:solidFill>
                  <a:schemeClr val="tx1"/>
                </a:solidFill>
              </a:rPr>
              <a:t> Kim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School of AI Convergence, SSU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54C774-9682-9F49-6B17-C0EEE4AE9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9579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6A84E-EE52-4562-1A73-ACB63ACEE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22D05-71E5-44DB-F67B-6DF7F8E0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90E6BD-6C6E-E515-2E6D-C0428392E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/>
              <a:t>Large size (page)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/>
              <a:t>Additional features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ko-KR" sz="2400" dirty="0"/>
              <a:t>Bitmap(bit</a:t>
            </a:r>
            <a:r>
              <a:rPr kumimoji="1" lang="ko-KR" altLang="en-US" sz="2400" dirty="0"/>
              <a:t> 단위 </a:t>
            </a:r>
            <a:r>
              <a:rPr kumimoji="1" lang="en-US" altLang="ko-KR" sz="2400" dirty="0"/>
              <a:t>-&gt; byte </a:t>
            </a:r>
            <a:r>
              <a:rPr kumimoji="1" lang="ko-KR" altLang="en-US" sz="2400" dirty="0"/>
              <a:t>단위</a:t>
            </a:r>
            <a:r>
              <a:rPr kumimoji="1" lang="en-US" altLang="ko-KR" sz="2400" dirty="0"/>
              <a:t>)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E8846C-F1DB-1FBE-495E-5AC7E200D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073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24909-ACF0-5C53-96AB-41302973C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CBF159-8BED-F946-76A8-AD4806E5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1. </a:t>
            </a:r>
            <a:r>
              <a:rPr kumimoji="1" lang="en-US" altLang="ko-KR" dirty="0"/>
              <a:t>Large size page </a:t>
            </a:r>
            <a:endParaRPr kumimoji="1" lang="ko-Kore-KR" altLang="en-US" dirty="0"/>
          </a:p>
        </p:txBody>
      </p:sp>
      <p:graphicFrame>
        <p:nvGraphicFramePr>
          <p:cNvPr id="6" name="다이어그램 5">
            <a:extLst>
              <a:ext uri="{FF2B5EF4-FFF2-40B4-BE49-F238E27FC236}">
                <a16:creationId xmlns:a16="http://schemas.microsoft.com/office/drawing/2014/main" id="{25384347-51B1-1D26-3EAA-E9557207D9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152753"/>
              </p:ext>
            </p:extLst>
          </p:nvPr>
        </p:nvGraphicFramePr>
        <p:xfrm>
          <a:off x="1619672" y="1556792"/>
          <a:ext cx="6169024" cy="2151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380DBC8-DE5B-EFCD-D859-282B2EC177B1}"/>
              </a:ext>
            </a:extLst>
          </p:cNvPr>
          <p:cNvSpPr txBox="1"/>
          <p:nvPr/>
        </p:nvSpPr>
        <p:spPr>
          <a:xfrm>
            <a:off x="3300028" y="987372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Ex) 14000byte allocate</a:t>
            </a:r>
            <a:endParaRPr lang="ko-KR" altLang="en-US" dirty="0"/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2FE39336-408E-60AD-A2F6-FED6B9F0435F}"/>
              </a:ext>
            </a:extLst>
          </p:cNvPr>
          <p:cNvSpPr/>
          <p:nvPr/>
        </p:nvSpPr>
        <p:spPr>
          <a:xfrm>
            <a:off x="4572000" y="3789040"/>
            <a:ext cx="216024" cy="369022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9A5571E6-A6F5-6A6B-DAF3-EFBAE16536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394128"/>
              </p:ext>
            </p:extLst>
          </p:nvPr>
        </p:nvGraphicFramePr>
        <p:xfrm>
          <a:off x="1619672" y="4374086"/>
          <a:ext cx="6169024" cy="2151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부등호 3">
            <a:extLst>
              <a:ext uri="{FF2B5EF4-FFF2-40B4-BE49-F238E27FC236}">
                <a16:creationId xmlns:a16="http://schemas.microsoft.com/office/drawing/2014/main" id="{47754774-D2D1-0B52-8F2C-905919F4D5A2}"/>
              </a:ext>
            </a:extLst>
          </p:cNvPr>
          <p:cNvSpPr/>
          <p:nvPr/>
        </p:nvSpPr>
        <p:spPr>
          <a:xfrm>
            <a:off x="2834477" y="2607830"/>
            <a:ext cx="456220" cy="317114"/>
          </a:xfrm>
          <a:prstGeom prst="mathNotEqual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부등호 4">
            <a:extLst>
              <a:ext uri="{FF2B5EF4-FFF2-40B4-BE49-F238E27FC236}">
                <a16:creationId xmlns:a16="http://schemas.microsoft.com/office/drawing/2014/main" id="{192F1487-5E49-862D-222F-A8779F699CDA}"/>
              </a:ext>
            </a:extLst>
          </p:cNvPr>
          <p:cNvSpPr/>
          <p:nvPr/>
        </p:nvSpPr>
        <p:spPr>
          <a:xfrm>
            <a:off x="4470564" y="2607830"/>
            <a:ext cx="456220" cy="317114"/>
          </a:xfrm>
          <a:prstGeom prst="mathNotEqual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부등호 6">
            <a:extLst>
              <a:ext uri="{FF2B5EF4-FFF2-40B4-BE49-F238E27FC236}">
                <a16:creationId xmlns:a16="http://schemas.microsoft.com/office/drawing/2014/main" id="{1BD12253-5898-2AEE-155C-AECEDF95F1DD}"/>
              </a:ext>
            </a:extLst>
          </p:cNvPr>
          <p:cNvSpPr/>
          <p:nvPr/>
        </p:nvSpPr>
        <p:spPr>
          <a:xfrm>
            <a:off x="6115982" y="2607830"/>
            <a:ext cx="456220" cy="317114"/>
          </a:xfrm>
          <a:prstGeom prst="mathNotEqual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같음 기호 7">
            <a:extLst>
              <a:ext uri="{FF2B5EF4-FFF2-40B4-BE49-F238E27FC236}">
                <a16:creationId xmlns:a16="http://schemas.microsoft.com/office/drawing/2014/main" id="{CF8DC099-FAD8-CE88-AEA0-2C7757E19908}"/>
              </a:ext>
            </a:extLst>
          </p:cNvPr>
          <p:cNvSpPr/>
          <p:nvPr/>
        </p:nvSpPr>
        <p:spPr>
          <a:xfrm>
            <a:off x="2834477" y="5475273"/>
            <a:ext cx="456220" cy="257983"/>
          </a:xfrm>
          <a:prstGeom prst="mathEqual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같음 기호 8">
            <a:extLst>
              <a:ext uri="{FF2B5EF4-FFF2-40B4-BE49-F238E27FC236}">
                <a16:creationId xmlns:a16="http://schemas.microsoft.com/office/drawing/2014/main" id="{08127DD8-B595-2E43-3B17-6EB973FFA72C}"/>
              </a:ext>
            </a:extLst>
          </p:cNvPr>
          <p:cNvSpPr/>
          <p:nvPr/>
        </p:nvSpPr>
        <p:spPr>
          <a:xfrm>
            <a:off x="4470564" y="5475273"/>
            <a:ext cx="456220" cy="257983"/>
          </a:xfrm>
          <a:prstGeom prst="mathEqual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3" name="같음 기호 12">
            <a:extLst>
              <a:ext uri="{FF2B5EF4-FFF2-40B4-BE49-F238E27FC236}">
                <a16:creationId xmlns:a16="http://schemas.microsoft.com/office/drawing/2014/main" id="{8034A851-6329-1D21-2610-AFBEB88DE995}"/>
              </a:ext>
            </a:extLst>
          </p:cNvPr>
          <p:cNvSpPr/>
          <p:nvPr/>
        </p:nvSpPr>
        <p:spPr>
          <a:xfrm>
            <a:off x="6110708" y="5475273"/>
            <a:ext cx="456220" cy="257983"/>
          </a:xfrm>
          <a:prstGeom prst="mathEqual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324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13D31-0FF0-7052-4E80-734ABB2BE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B0F64-ABFE-A954-1C28-FADCA9F1B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1. Large</a:t>
            </a:r>
            <a:r>
              <a:rPr kumimoji="1" lang="ko-KR" altLang="en-US" dirty="0"/>
              <a:t> </a:t>
            </a:r>
            <a:r>
              <a:rPr kumimoji="1" lang="en-US" altLang="ko-KR" dirty="0"/>
              <a:t>size</a:t>
            </a:r>
            <a:r>
              <a:rPr kumimoji="1" lang="ko-KR" altLang="en-US" dirty="0"/>
              <a:t> </a:t>
            </a:r>
            <a:r>
              <a:rPr kumimoji="1" lang="en-US" altLang="ko-KR" dirty="0"/>
              <a:t>page (</a:t>
            </a:r>
            <a:r>
              <a:rPr kumimoji="1" lang="en-US" altLang="ko-KR" dirty="0" err="1"/>
              <a:t>kalloc.c</a:t>
            </a:r>
            <a:r>
              <a:rPr kumimoji="1" lang="en-US" altLang="ko-KR" dirty="0"/>
              <a:t>)</a:t>
            </a:r>
            <a:endParaRPr kumimoji="1" lang="ko-Kore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A4EFDC-768D-E8C4-8B92-C10689FF9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05" y="730463"/>
            <a:ext cx="3600400" cy="6047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B3AEC8-A644-C29B-1D98-E846A3E31549}"/>
              </a:ext>
            </a:extLst>
          </p:cNvPr>
          <p:cNvSpPr txBox="1"/>
          <p:nvPr/>
        </p:nvSpPr>
        <p:spPr>
          <a:xfrm>
            <a:off x="4463478" y="980728"/>
            <a:ext cx="5005066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en-US" altLang="ko-KR" b="1" spc="-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kalloc_large</a:t>
            </a: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()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  <a:endParaRPr lang="en-US" altLang="ko-KR" sz="1800" b="1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할당할 페이지가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1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장일 경우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 -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일반적인 </a:t>
            </a:r>
            <a:r>
              <a:rPr lang="en-US" altLang="ko-KR" sz="1600" spc="-1" dirty="0" err="1">
                <a:solidFill>
                  <a:srgbClr val="000000"/>
                </a:solidFill>
                <a:latin typeface="Calibri"/>
              </a:rPr>
              <a:t>kalloc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함수와 동일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</a:p>
          <a:p>
            <a:pPr>
              <a:spcBef>
                <a:spcPts val="360"/>
              </a:spcBef>
            </a:pPr>
            <a:endParaRPr lang="en-US" altLang="ko-KR" sz="16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endParaRPr lang="en-US" altLang="ko-KR" sz="16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여러 장 할당이 필요할 경우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 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- list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내에서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next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주소가 바로 뒤 주소인지 확인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페이지들이 모두 연결되어 할당 가능한지 판단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 위에서 사용 중으로 판단한 </a:t>
            </a:r>
            <a:r>
              <a:rPr lang="en-US" altLang="ko-KR" sz="1600" b="1" spc="-1" dirty="0" err="1">
                <a:solidFill>
                  <a:srgbClr val="000000"/>
                </a:solidFill>
                <a:latin typeface="Calibri"/>
              </a:rPr>
              <a:t>freelist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비워주기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중간에 사용된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page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들은 모두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release</a:t>
            </a: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사용되지 않는 주소부터 연결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오른쪽 중괄호 7">
            <a:extLst>
              <a:ext uri="{FF2B5EF4-FFF2-40B4-BE49-F238E27FC236}">
                <a16:creationId xmlns:a16="http://schemas.microsoft.com/office/drawing/2014/main" id="{1B4B644F-8E4F-FF01-13F8-DC50C96E4A53}"/>
              </a:ext>
            </a:extLst>
          </p:cNvPr>
          <p:cNvSpPr/>
          <p:nvPr/>
        </p:nvSpPr>
        <p:spPr>
          <a:xfrm>
            <a:off x="4046176" y="1735424"/>
            <a:ext cx="154069" cy="1333536"/>
          </a:xfrm>
          <a:prstGeom prst="rightBrace">
            <a:avLst>
              <a:gd name="adj1" fmla="val 8333"/>
              <a:gd name="adj2" fmla="val 36155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2" name="오른쪽 중괄호 11">
            <a:extLst>
              <a:ext uri="{FF2B5EF4-FFF2-40B4-BE49-F238E27FC236}">
                <a16:creationId xmlns:a16="http://schemas.microsoft.com/office/drawing/2014/main" id="{236C7AF9-37BA-4F90-A613-F735249E311D}"/>
              </a:ext>
            </a:extLst>
          </p:cNvPr>
          <p:cNvSpPr/>
          <p:nvPr/>
        </p:nvSpPr>
        <p:spPr>
          <a:xfrm>
            <a:off x="4046175" y="3160038"/>
            <a:ext cx="154069" cy="2285185"/>
          </a:xfrm>
          <a:prstGeom prst="rightBrace">
            <a:avLst>
              <a:gd name="adj1" fmla="val 8333"/>
              <a:gd name="adj2" fmla="val 36155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3" name="오른쪽 중괄호 12">
            <a:extLst>
              <a:ext uri="{FF2B5EF4-FFF2-40B4-BE49-F238E27FC236}">
                <a16:creationId xmlns:a16="http://schemas.microsoft.com/office/drawing/2014/main" id="{BC002BF1-3E19-C346-1624-02A06FAAF776}"/>
              </a:ext>
            </a:extLst>
          </p:cNvPr>
          <p:cNvSpPr/>
          <p:nvPr/>
        </p:nvSpPr>
        <p:spPr>
          <a:xfrm>
            <a:off x="4046176" y="5489616"/>
            <a:ext cx="158958" cy="713454"/>
          </a:xfrm>
          <a:prstGeom prst="rightBrace">
            <a:avLst>
              <a:gd name="adj1" fmla="val 8333"/>
              <a:gd name="adj2" fmla="val 36155"/>
            </a:avLst>
          </a:prstGeom>
          <a:noFill/>
          <a:ln w="190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975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D53B-D308-80B2-9C61-B3E9C857B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B871-FF79-FA8D-34D4-CE0677BD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1. Large</a:t>
            </a:r>
            <a:r>
              <a:rPr kumimoji="1" lang="ko-KR" altLang="en-US" dirty="0"/>
              <a:t> </a:t>
            </a:r>
            <a:r>
              <a:rPr kumimoji="1" lang="en-US" altLang="ko-KR" dirty="0"/>
              <a:t>size</a:t>
            </a:r>
            <a:r>
              <a:rPr kumimoji="1" lang="ko-KR" altLang="en-US" dirty="0"/>
              <a:t> </a:t>
            </a:r>
            <a:r>
              <a:rPr kumimoji="1" lang="en-US" altLang="ko-KR" dirty="0"/>
              <a:t>page (</a:t>
            </a:r>
            <a:r>
              <a:rPr kumimoji="1" lang="en-US" altLang="ko-KR" dirty="0" err="1"/>
              <a:t>kalloc.c</a:t>
            </a:r>
            <a:r>
              <a:rPr kumimoji="1" lang="en-US" altLang="ko-KR" dirty="0"/>
              <a:t>)</a:t>
            </a:r>
            <a:endParaRPr kumimoji="1" lang="ko-Kore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02DF25-C4F0-0149-C725-EB650BF3D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0768"/>
            <a:ext cx="5439534" cy="214342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5C0A68D-3BCB-8CB3-FE48-14BF3C663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86" y="4077072"/>
            <a:ext cx="5420481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42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10864-BF68-CE48-EE9E-F72AB55E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22C53-C3BB-1337-76F2-C1936EB30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2. Additional </a:t>
            </a:r>
            <a:r>
              <a:rPr kumimoji="1" lang="en-US" altLang="ko-KR" dirty="0"/>
              <a:t>features</a:t>
            </a:r>
            <a:endParaRPr kumimoji="1" lang="ko-Kore-KR" altLang="en-US" dirty="0"/>
          </a:p>
        </p:txBody>
      </p:sp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927B04C3-52CC-9062-55CA-3C2DAE8B3B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2167541"/>
              </p:ext>
            </p:extLst>
          </p:nvPr>
        </p:nvGraphicFramePr>
        <p:xfrm>
          <a:off x="1619672" y="1203386"/>
          <a:ext cx="5544616" cy="2376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158FB1A-ED02-4F95-F47C-7C458C4155A8}"/>
              </a:ext>
            </a:extLst>
          </p:cNvPr>
          <p:cNvSpPr txBox="1"/>
          <p:nvPr/>
        </p:nvSpPr>
        <p:spPr>
          <a:xfrm>
            <a:off x="3129689" y="908720"/>
            <a:ext cx="252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Ex) 7439byte allocate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8DBB07-2519-4849-EA8C-248F26FE00C4}"/>
              </a:ext>
            </a:extLst>
          </p:cNvPr>
          <p:cNvSpPr txBox="1"/>
          <p:nvPr/>
        </p:nvSpPr>
        <p:spPr>
          <a:xfrm>
            <a:off x="2249742" y="4082968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7439byte = 2048 * 3 + 1024 + 256 +15 </a:t>
            </a:r>
            <a:endParaRPr lang="ko-KR" altLang="en-US" dirty="0"/>
          </a:p>
        </p:txBody>
      </p:sp>
      <p:graphicFrame>
        <p:nvGraphicFramePr>
          <p:cNvPr id="10" name="다이어그램 9">
            <a:extLst>
              <a:ext uri="{FF2B5EF4-FFF2-40B4-BE49-F238E27FC236}">
                <a16:creationId xmlns:a16="http://schemas.microsoft.com/office/drawing/2014/main" id="{023CC383-4352-65AD-428F-9D0F834B9C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05895"/>
              </p:ext>
            </p:extLst>
          </p:nvPr>
        </p:nvGraphicFramePr>
        <p:xfrm>
          <a:off x="1385646" y="4452300"/>
          <a:ext cx="6192688" cy="2376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3AF6F76-8FF5-92CE-F9EC-D9F4E7CFED24}"/>
              </a:ext>
            </a:extLst>
          </p:cNvPr>
          <p:cNvCxnSpPr>
            <a:cxnSpLocks/>
          </p:cNvCxnSpPr>
          <p:nvPr/>
        </p:nvCxnSpPr>
        <p:spPr>
          <a:xfrm>
            <a:off x="7092280" y="5763400"/>
            <a:ext cx="0" cy="28803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44960348-3FF3-C001-55C3-A2277BB3CF2D}"/>
              </a:ext>
            </a:extLst>
          </p:cNvPr>
          <p:cNvSpPr/>
          <p:nvPr/>
        </p:nvSpPr>
        <p:spPr>
          <a:xfrm>
            <a:off x="4247964" y="3686100"/>
            <a:ext cx="468052" cy="318964"/>
          </a:xfrm>
          <a:prstGeom prst="downArrow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07B2F5C-9869-0026-BF36-3D2ECF91069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8224" y="1783098"/>
            <a:ext cx="2448272" cy="141013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1F9B16-2A26-D38F-FC80-27E0FBD3B532}"/>
              </a:ext>
            </a:extLst>
          </p:cNvPr>
          <p:cNvSpPr/>
          <p:nvPr/>
        </p:nvSpPr>
        <p:spPr>
          <a:xfrm>
            <a:off x="7092280" y="2852936"/>
            <a:ext cx="1368152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375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22E5D-AAE7-E7BA-88BF-4555E2D71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ABBE5-2060-5472-E5BC-83AFA5C34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2. Additional </a:t>
            </a:r>
            <a:r>
              <a:rPr kumimoji="1" lang="en-US" altLang="ko-KR" dirty="0"/>
              <a:t>features (KMALLOC)</a:t>
            </a:r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3B4823-D851-F64D-5B51-E6ECE5DEB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865493"/>
            <a:ext cx="4297057" cy="36517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2AC911-8C0B-6782-A501-B0E0EA82746D}"/>
              </a:ext>
            </a:extLst>
          </p:cNvPr>
          <p:cNvSpPr txBox="1"/>
          <p:nvPr/>
        </p:nvSpPr>
        <p:spPr>
          <a:xfrm>
            <a:off x="4539343" y="2054264"/>
            <a:ext cx="5005066" cy="2749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&lt;KMALLOC</a:t>
            </a: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() – 2048</a:t>
            </a:r>
            <a:r>
              <a:rPr lang="ko-KR" altLang="en-US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크기의  </a:t>
            </a: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slab</a:t>
            </a:r>
            <a:r>
              <a:rPr lang="ko-KR" altLang="en-US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에 넣어주기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</a:p>
          <a:p>
            <a:pPr>
              <a:spcBef>
                <a:spcPts val="360"/>
              </a:spcBef>
            </a:pP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2048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크기의 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slab (</a:t>
            </a:r>
            <a:r>
              <a:rPr lang="en-US" altLang="ko-KR" sz="1600" b="1" spc="-1" dirty="0" err="1">
                <a:solidFill>
                  <a:srgbClr val="000000"/>
                </a:solidFill>
                <a:latin typeface="Calibri"/>
              </a:rPr>
              <a:t>next_addr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저장 불가</a:t>
            </a: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 - s-&gt;</a:t>
            </a:r>
            <a:r>
              <a:rPr lang="en-US" altLang="ko-KR" sz="1600" spc="-1" dirty="0" err="1">
                <a:solidFill>
                  <a:srgbClr val="000000"/>
                </a:solidFill>
                <a:latin typeface="Calibri"/>
              </a:rPr>
              <a:t>large_count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를 사용하여 몇 개의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slab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이</a:t>
            </a: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     사용되었는지 확인</a:t>
            </a:r>
            <a:endParaRPr lang="en-US" altLang="ko-KR" sz="16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</a:t>
            </a:r>
          </a:p>
          <a:p>
            <a:pPr>
              <a:spcBef>
                <a:spcPts val="360"/>
              </a:spcBef>
            </a:pPr>
            <a:endParaRPr lang="en-US" altLang="ko-KR" sz="16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시작주소 따로 저장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  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- </a:t>
            </a:r>
            <a:r>
              <a:rPr lang="en-US" altLang="ko-KR" sz="1500" spc="-1" dirty="0" err="1">
                <a:solidFill>
                  <a:srgbClr val="000000"/>
                </a:solidFill>
                <a:latin typeface="Calibri"/>
              </a:rPr>
              <a:t>kmalloc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후 주소 반환 시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2048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의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시작 주소를 전달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645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3B24-D2F7-5054-1D09-13E98E8C2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2611B-9F3B-C9D7-FAB8-DA01D4BD0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2. Additional </a:t>
            </a:r>
            <a:r>
              <a:rPr kumimoji="1" lang="en-US" altLang="ko-KR" dirty="0"/>
              <a:t>features (KMALLOC)</a:t>
            </a:r>
            <a:endParaRPr kumimoji="1" lang="ko-Kore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A85DE2-ED8F-BA1E-5937-1FABF72CB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648" y="1299756"/>
            <a:ext cx="4247765" cy="54919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923FE1-B5F8-A401-49D4-56B9369779A3}"/>
              </a:ext>
            </a:extLst>
          </p:cNvPr>
          <p:cNvSpPr txBox="1"/>
          <p:nvPr/>
        </p:nvSpPr>
        <p:spPr>
          <a:xfrm>
            <a:off x="2267744" y="930424"/>
            <a:ext cx="5005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기본 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Small size KMALLOC 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구조와 매우 유사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  <a:endParaRPr lang="en-US" altLang="ko-KR" sz="1800" b="1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E38E33-CA31-5130-B23D-67CFFF7CC5A0}"/>
              </a:ext>
            </a:extLst>
          </p:cNvPr>
          <p:cNvSpPr/>
          <p:nvPr/>
        </p:nvSpPr>
        <p:spPr>
          <a:xfrm>
            <a:off x="3914597" y="5930618"/>
            <a:ext cx="1296144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E8B01B-1F89-DE5B-A105-2BA0D91C1E3C}"/>
              </a:ext>
            </a:extLst>
          </p:cNvPr>
          <p:cNvSpPr/>
          <p:nvPr/>
        </p:nvSpPr>
        <p:spPr>
          <a:xfrm>
            <a:off x="3555877" y="6179806"/>
            <a:ext cx="792088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E8CC57F-4AA9-54C8-F8AD-6177617DFDFE}"/>
              </a:ext>
            </a:extLst>
          </p:cNvPr>
          <p:cNvSpPr/>
          <p:nvPr/>
        </p:nvSpPr>
        <p:spPr>
          <a:xfrm>
            <a:off x="3555877" y="1700808"/>
            <a:ext cx="1736203" cy="144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196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6800D-2C1E-5422-D70D-93ADA61E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3B989-FDBC-4EB7-FE57-F406C6922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2. Additional </a:t>
            </a:r>
            <a:r>
              <a:rPr kumimoji="1" lang="en-US" altLang="ko-KR" dirty="0"/>
              <a:t>features (KMFREE)</a:t>
            </a:r>
            <a:endParaRPr kumimoji="1" lang="ko-Kore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21EF6F-8061-6ACE-390C-04F16D028FEF}"/>
              </a:ext>
            </a:extLst>
          </p:cNvPr>
          <p:cNvSpPr txBox="1"/>
          <p:nvPr/>
        </p:nvSpPr>
        <p:spPr>
          <a:xfrm>
            <a:off x="2483768" y="767379"/>
            <a:ext cx="4176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&lt;2048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로 채운 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large KMFREE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구조와 동일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  <a:endParaRPr lang="en-US" altLang="ko-KR" sz="1800" b="1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FB4CA4-49B9-9327-1F7C-5769A1C64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1206146"/>
            <a:ext cx="3888432" cy="557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05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1FB1B-DBFE-4D9C-DBD8-13E14D34A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A10C573-6D0D-D3C3-8D80-460D1DB2B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1222856"/>
            <a:ext cx="3744416" cy="55764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3C8DA0A-915A-3A3F-F0F7-F3D45FCBD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2. Additional </a:t>
            </a:r>
            <a:r>
              <a:rPr kumimoji="1" lang="en-US" altLang="ko-KR" dirty="0"/>
              <a:t>features (KMFREE)</a:t>
            </a:r>
            <a:endParaRPr kumimoji="1" lang="ko-Kore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312D28-6633-060D-4E04-011AACCA0E41}"/>
              </a:ext>
            </a:extLst>
          </p:cNvPr>
          <p:cNvSpPr/>
          <p:nvPr/>
        </p:nvSpPr>
        <p:spPr>
          <a:xfrm>
            <a:off x="2987824" y="1412776"/>
            <a:ext cx="2232248" cy="2161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723F11-B2AA-AC02-DFFA-50BF9CEFB60E}"/>
              </a:ext>
            </a:extLst>
          </p:cNvPr>
          <p:cNvSpPr txBox="1"/>
          <p:nvPr/>
        </p:nvSpPr>
        <p:spPr>
          <a:xfrm>
            <a:off x="2339752" y="746284"/>
            <a:ext cx="5005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기본 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Small size KMFREE 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구조와 매우 유사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  <a:endParaRPr lang="en-US" altLang="ko-KR" sz="1800" b="1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AFEE2D-F7CD-8A91-DACB-3A625597C2E9}"/>
              </a:ext>
            </a:extLst>
          </p:cNvPr>
          <p:cNvSpPr/>
          <p:nvPr/>
        </p:nvSpPr>
        <p:spPr>
          <a:xfrm>
            <a:off x="3059832" y="6309320"/>
            <a:ext cx="216024" cy="1621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331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6D94E-314A-1122-EC82-5DF99A84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3554B-6C57-F688-F517-38AF0B828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5. TESTCASE</a:t>
            </a:r>
            <a:endParaRPr kumimoji="1" lang="ko-Kore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468F348-A1B7-7D1D-9970-98C06AF37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823" y="4270161"/>
            <a:ext cx="4988394" cy="204311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44E7792-0109-48C6-3D23-3D01B3B1F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19299"/>
            <a:ext cx="9144000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21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48EAD-1394-2380-4F37-D66DF2C5C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B1BA3-0ED2-3514-C08A-E96F1141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2. bitmap</a:t>
            </a:r>
            <a:endParaRPr kumimoji="1" lang="ko-Kore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4D1D50-15BB-EF61-6904-CB043875D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978754"/>
            <a:ext cx="3734321" cy="20195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4357F52-01F1-4EF7-ECFF-1EE0708BE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977" y="1628800"/>
            <a:ext cx="4427923" cy="6713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FB91B80-BDD7-B15F-B23B-35B69437E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7" y="3782050"/>
            <a:ext cx="3834215" cy="238325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044BE8F7-3C33-0F29-180A-391789697A8B}"/>
              </a:ext>
            </a:extLst>
          </p:cNvPr>
          <p:cNvGrpSpPr/>
          <p:nvPr/>
        </p:nvGrpSpPr>
        <p:grpSpPr>
          <a:xfrm>
            <a:off x="4608715" y="3694517"/>
            <a:ext cx="4458714" cy="2841036"/>
            <a:chOff x="4468564" y="3212136"/>
            <a:chExt cx="4458714" cy="2841036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2DCDEFD-6422-40DB-0975-8B96FE09D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68565" y="3212136"/>
              <a:ext cx="4458713" cy="100979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6D15118-A9F0-44CA-5578-6CE3C142F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6278"/>
            <a:stretch>
              <a:fillRect/>
            </a:stretch>
          </p:blipFill>
          <p:spPr>
            <a:xfrm>
              <a:off x="4468564" y="4214590"/>
              <a:ext cx="4458713" cy="1838582"/>
            </a:xfrm>
            <a:prstGeom prst="rect">
              <a:avLst/>
            </a:prstGeom>
          </p:spPr>
        </p:pic>
      </p:grp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C358F95B-3B42-538E-1221-DC620C91D288}"/>
              </a:ext>
            </a:extLst>
          </p:cNvPr>
          <p:cNvSpPr/>
          <p:nvPr/>
        </p:nvSpPr>
        <p:spPr>
          <a:xfrm>
            <a:off x="4139952" y="1916832"/>
            <a:ext cx="288032" cy="144016"/>
          </a:xfrm>
          <a:prstGeom prst="rightArrow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D07A3FD7-FEC2-35B3-28B1-508F42C07E6A}"/>
              </a:ext>
            </a:extLst>
          </p:cNvPr>
          <p:cNvSpPr/>
          <p:nvPr/>
        </p:nvSpPr>
        <p:spPr>
          <a:xfrm>
            <a:off x="4141169" y="4973677"/>
            <a:ext cx="288032" cy="144016"/>
          </a:xfrm>
          <a:prstGeom prst="rightArrow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096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1027" name="Picture 3" descr="C:\Users\Kilho Lee\Dropbox\Research documents\Lab_misc\연구실로고\MISYS 세로-컬러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176" y="2276872"/>
            <a:ext cx="2195944" cy="1763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548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85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solidFill>
              <a:schemeClr val="tx1"/>
            </a:solidFill>
            <a:latin typeface="Calibri" pitchFamily="34" charset="0"/>
            <a:cs typeface="Calibri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0D0D0D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3423</TotalTime>
  <Words>575</Words>
  <Application>Microsoft Office PowerPoint</Application>
  <PresentationFormat>화면 슬라이드 쇼(4:3)</PresentationFormat>
  <Paragraphs>151</Paragraphs>
  <Slides>22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맑은 고딕</vt:lpstr>
      <vt:lpstr>Arial</vt:lpstr>
      <vt:lpstr>Calibri</vt:lpstr>
      <vt:lpstr>Office 테마</vt:lpstr>
      <vt:lpstr>XV6_scheduler_v2  (c) P#1 Progress Report 2025.08.06</vt:lpstr>
      <vt:lpstr>Outline</vt:lpstr>
      <vt:lpstr>2. fork() / fork_rt()</vt:lpstr>
      <vt:lpstr>2. fork() / fork_rt()</vt:lpstr>
      <vt:lpstr>3. scheduler()</vt:lpstr>
      <vt:lpstr>4. Additional feature – aging 기법</vt:lpstr>
      <vt:lpstr>4. Additional feature – aging 발전</vt:lpstr>
      <vt:lpstr>4. Additional feature –  trap.c</vt:lpstr>
      <vt:lpstr>4. Additional feature –  TEST CASE</vt:lpstr>
      <vt:lpstr>XV6_slab_allocator  (c) P#2 Progress Report 2025.08.06</vt:lpstr>
      <vt:lpstr>Outline</vt:lpstr>
      <vt:lpstr>1. Large size page </vt:lpstr>
      <vt:lpstr>1. Large size page (kalloc.c)</vt:lpstr>
      <vt:lpstr>1. Large size page (kalloc.c)</vt:lpstr>
      <vt:lpstr>2. Additional features</vt:lpstr>
      <vt:lpstr>2. Additional features (KMALLOC)</vt:lpstr>
      <vt:lpstr>2. Additional features (KMALLOC)</vt:lpstr>
      <vt:lpstr>2. Additional features (KMFREE)</vt:lpstr>
      <vt:lpstr>2. Additional features (KMFREE)</vt:lpstr>
      <vt:lpstr>5. TESTCASE</vt:lpstr>
      <vt:lpstr>2. bitmap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</dc:creator>
  <cp:lastModifiedBy>김찬형</cp:lastModifiedBy>
  <cp:revision>65</cp:revision>
  <dcterms:created xsi:type="dcterms:W3CDTF">2022-07-04T05:58:26Z</dcterms:created>
  <dcterms:modified xsi:type="dcterms:W3CDTF">2025-08-06T09:46:36Z</dcterms:modified>
</cp:coreProperties>
</file>