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604" r:id="rId3"/>
    <p:sldId id="682" r:id="rId4"/>
    <p:sldId id="686" r:id="rId5"/>
    <p:sldId id="693" r:id="rId6"/>
    <p:sldId id="700" r:id="rId7"/>
    <p:sldId id="701" r:id="rId8"/>
    <p:sldId id="603" r:id="rId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212" autoAdjust="0"/>
  </p:normalViewPr>
  <p:slideViewPr>
    <p:cSldViewPr>
      <p:cViewPr varScale="1">
        <p:scale>
          <a:sx n="103" d="100"/>
          <a:sy n="103" d="100"/>
        </p:scale>
        <p:origin x="189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XV6_</a:t>
            </a:r>
            <a:r>
              <a:rPr lang="ko-KR" altLang="ko-KR" sz="2800" dirty="0">
                <a:cs typeface="Calibri" panose="020F0502020204030204" pitchFamily="34" charset="0"/>
              </a:rPr>
              <a:t>scheduler_v2</a:t>
            </a:r>
            <a:br>
              <a:rPr lang="ko-KR" altLang="ko-KR" sz="2800" dirty="0">
                <a:cs typeface="Calibri" panose="020F0502020204030204" pitchFamily="34" charset="0"/>
              </a:rPr>
            </a:br>
            <a:r>
              <a:rPr lang="ko-KR" altLang="en-US" sz="2800" dirty="0"/>
              <a:t> </a:t>
            </a:r>
            <a:r>
              <a:rPr lang="en-US" altLang="ko-KR" sz="2800" dirty="0"/>
              <a:t>(c) P#1</a:t>
            </a:r>
            <a:br>
              <a:rPr lang="en-US" altLang="ko-KR" sz="2800" dirty="0"/>
            </a:br>
            <a:r>
              <a:rPr lang="en-US" altLang="ko-KR" sz="2000" dirty="0"/>
              <a:t>Progress Report 2025.08.13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_fork()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Linked List RT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scheduler()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Paper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1F91E7-68CD-827A-21D9-B1249B1D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10" y="1494835"/>
            <a:ext cx="6301542" cy="4065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_fork()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D2D5CCF-B7CA-0A67-3789-D97160F9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10" y="2159314"/>
            <a:ext cx="4737517" cy="20198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01564D-8D7C-1136-01C1-630079B3C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10" y="4437112"/>
            <a:ext cx="482968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RT Linked list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EDC390-2400-462E-B39D-7980FEF9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44" y="1191888"/>
            <a:ext cx="3155992" cy="27318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CS - 자료구조] 큐(Queue)">
            <a:extLst>
              <a:ext uri="{FF2B5EF4-FFF2-40B4-BE49-F238E27FC236}">
                <a16:creationId xmlns:a16="http://schemas.microsoft.com/office/drawing/2014/main" id="{9D185D11-32EB-BA99-713D-6CAC58116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770997"/>
            <a:ext cx="4464496" cy="145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4C843035-74FA-717C-A18E-64463A7B4F78}"/>
              </a:ext>
            </a:extLst>
          </p:cNvPr>
          <p:cNvSpPr/>
          <p:nvPr/>
        </p:nvSpPr>
        <p:spPr>
          <a:xfrm>
            <a:off x="6336079" y="1124744"/>
            <a:ext cx="792088" cy="915522"/>
          </a:xfrm>
          <a:prstGeom prst="mathMultiply">
            <a:avLst>
              <a:gd name="adj1" fmla="val 4698"/>
            </a:avLst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40D8C36-6B9A-CBC4-9BA4-2D9237DA7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537" y="4900600"/>
            <a:ext cx="6210942" cy="155273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26F5FFF3-3173-1F0B-2025-4B3D7AD33DD5}"/>
              </a:ext>
            </a:extLst>
          </p:cNvPr>
          <p:cNvSpPr/>
          <p:nvPr/>
        </p:nvSpPr>
        <p:spPr>
          <a:xfrm>
            <a:off x="6054866" y="3019496"/>
            <a:ext cx="1008659" cy="380026"/>
          </a:xfrm>
          <a:prstGeom prst="wedgeRoundRectCallout">
            <a:avLst>
              <a:gd name="adj1" fmla="val 20574"/>
              <a:gd name="adj2" fmla="val -104667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Fork_rt</a:t>
            </a:r>
            <a:r>
              <a:rPr lang="en-US" altLang="ko-KR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(15)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DCA08-1573-2547-5709-BBE3A6057AAD}"/>
              </a:ext>
            </a:extLst>
          </p:cNvPr>
          <p:cNvSpPr txBox="1"/>
          <p:nvPr/>
        </p:nvSpPr>
        <p:spPr>
          <a:xfrm>
            <a:off x="3779912" y="452132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&lt;Linked List&gt;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97D57-D7F1-6F14-0202-1E70B1585826}"/>
              </a:ext>
            </a:extLst>
          </p:cNvPr>
          <p:cNvSpPr txBox="1"/>
          <p:nvPr/>
        </p:nvSpPr>
        <p:spPr>
          <a:xfrm>
            <a:off x="6126341" y="1401665"/>
            <a:ext cx="124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&lt;Queue&gt;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2599F0-E09C-277F-9226-A345F2426F9C}"/>
              </a:ext>
            </a:extLst>
          </p:cNvPr>
          <p:cNvSpPr txBox="1"/>
          <p:nvPr/>
        </p:nvSpPr>
        <p:spPr>
          <a:xfrm>
            <a:off x="5219711" y="2337119"/>
            <a:ext cx="742393" cy="461665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42393"/>
                      <a:gd name="connsiteY0" fmla="*/ 0 h 461665"/>
                      <a:gd name="connsiteX1" fmla="*/ 742393 w 742393"/>
                      <a:gd name="connsiteY1" fmla="*/ 0 h 461665"/>
                      <a:gd name="connsiteX2" fmla="*/ 742393 w 742393"/>
                      <a:gd name="connsiteY2" fmla="*/ 461665 h 461665"/>
                      <a:gd name="connsiteX3" fmla="*/ 0 w 742393"/>
                      <a:gd name="connsiteY3" fmla="*/ 461665 h 461665"/>
                      <a:gd name="connsiteX4" fmla="*/ 0 w 742393"/>
                      <a:gd name="connsiteY4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2393" h="461665" fill="none" extrusionOk="0">
                        <a:moveTo>
                          <a:pt x="0" y="0"/>
                        </a:moveTo>
                        <a:cubicBezTo>
                          <a:pt x="236255" y="-20201"/>
                          <a:pt x="424313" y="39754"/>
                          <a:pt x="742393" y="0"/>
                        </a:cubicBezTo>
                        <a:cubicBezTo>
                          <a:pt x="740245" y="186521"/>
                          <a:pt x="740100" y="313513"/>
                          <a:pt x="742393" y="461665"/>
                        </a:cubicBezTo>
                        <a:cubicBezTo>
                          <a:pt x="461646" y="399595"/>
                          <a:pt x="82373" y="443940"/>
                          <a:pt x="0" y="461665"/>
                        </a:cubicBezTo>
                        <a:cubicBezTo>
                          <a:pt x="-3326" y="342772"/>
                          <a:pt x="-14350" y="47724"/>
                          <a:pt x="0" y="0"/>
                        </a:cubicBezTo>
                        <a:close/>
                      </a:path>
                      <a:path w="742393" h="461665" stroke="0" extrusionOk="0">
                        <a:moveTo>
                          <a:pt x="0" y="0"/>
                        </a:moveTo>
                        <a:cubicBezTo>
                          <a:pt x="143901" y="-28390"/>
                          <a:pt x="388547" y="10935"/>
                          <a:pt x="742393" y="0"/>
                        </a:cubicBezTo>
                        <a:cubicBezTo>
                          <a:pt x="761139" y="143527"/>
                          <a:pt x="715403" y="261265"/>
                          <a:pt x="742393" y="461665"/>
                        </a:cubicBezTo>
                        <a:cubicBezTo>
                          <a:pt x="456496" y="419576"/>
                          <a:pt x="236918" y="446852"/>
                          <a:pt x="0" y="461665"/>
                        </a:cubicBezTo>
                        <a:cubicBezTo>
                          <a:pt x="11502" y="333756"/>
                          <a:pt x="40657" y="1738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Priority</a:t>
            </a:r>
          </a:p>
          <a:p>
            <a:r>
              <a:rPr lang="en-US" altLang="ko-KR" sz="1200" dirty="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1302B1-FC9E-683E-8AA4-FB41864F26F6}"/>
              </a:ext>
            </a:extLst>
          </p:cNvPr>
          <p:cNvSpPr txBox="1"/>
          <p:nvPr/>
        </p:nvSpPr>
        <p:spPr>
          <a:xfrm>
            <a:off x="5999240" y="2337118"/>
            <a:ext cx="742393" cy="461665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42393"/>
                      <a:gd name="connsiteY0" fmla="*/ 0 h 461665"/>
                      <a:gd name="connsiteX1" fmla="*/ 742393 w 742393"/>
                      <a:gd name="connsiteY1" fmla="*/ 0 h 461665"/>
                      <a:gd name="connsiteX2" fmla="*/ 742393 w 742393"/>
                      <a:gd name="connsiteY2" fmla="*/ 461665 h 461665"/>
                      <a:gd name="connsiteX3" fmla="*/ 0 w 742393"/>
                      <a:gd name="connsiteY3" fmla="*/ 461665 h 461665"/>
                      <a:gd name="connsiteX4" fmla="*/ 0 w 742393"/>
                      <a:gd name="connsiteY4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2393" h="461665" fill="none" extrusionOk="0">
                        <a:moveTo>
                          <a:pt x="0" y="0"/>
                        </a:moveTo>
                        <a:cubicBezTo>
                          <a:pt x="236255" y="-20201"/>
                          <a:pt x="424313" y="39754"/>
                          <a:pt x="742393" y="0"/>
                        </a:cubicBezTo>
                        <a:cubicBezTo>
                          <a:pt x="740245" y="186521"/>
                          <a:pt x="740100" y="313513"/>
                          <a:pt x="742393" y="461665"/>
                        </a:cubicBezTo>
                        <a:cubicBezTo>
                          <a:pt x="461646" y="399595"/>
                          <a:pt x="82373" y="443940"/>
                          <a:pt x="0" y="461665"/>
                        </a:cubicBezTo>
                        <a:cubicBezTo>
                          <a:pt x="-3326" y="342772"/>
                          <a:pt x="-14350" y="47724"/>
                          <a:pt x="0" y="0"/>
                        </a:cubicBezTo>
                        <a:close/>
                      </a:path>
                      <a:path w="742393" h="461665" stroke="0" extrusionOk="0">
                        <a:moveTo>
                          <a:pt x="0" y="0"/>
                        </a:moveTo>
                        <a:cubicBezTo>
                          <a:pt x="143901" y="-28390"/>
                          <a:pt x="388547" y="10935"/>
                          <a:pt x="742393" y="0"/>
                        </a:cubicBezTo>
                        <a:cubicBezTo>
                          <a:pt x="761139" y="143527"/>
                          <a:pt x="715403" y="261265"/>
                          <a:pt x="742393" y="461665"/>
                        </a:cubicBezTo>
                        <a:cubicBezTo>
                          <a:pt x="456496" y="419576"/>
                          <a:pt x="236918" y="446852"/>
                          <a:pt x="0" y="461665"/>
                        </a:cubicBezTo>
                        <a:cubicBezTo>
                          <a:pt x="11502" y="333756"/>
                          <a:pt x="40657" y="1738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Priority</a:t>
            </a:r>
          </a:p>
          <a:p>
            <a:r>
              <a:rPr lang="en-US" altLang="ko-KR" sz="12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95CE4-BC91-C8F5-06E3-78336482BD7A}"/>
              </a:ext>
            </a:extLst>
          </p:cNvPr>
          <p:cNvSpPr txBox="1"/>
          <p:nvPr/>
        </p:nvSpPr>
        <p:spPr>
          <a:xfrm>
            <a:off x="7558298" y="2337117"/>
            <a:ext cx="742393" cy="461665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42393"/>
                      <a:gd name="connsiteY0" fmla="*/ 0 h 461665"/>
                      <a:gd name="connsiteX1" fmla="*/ 742393 w 742393"/>
                      <a:gd name="connsiteY1" fmla="*/ 0 h 461665"/>
                      <a:gd name="connsiteX2" fmla="*/ 742393 w 742393"/>
                      <a:gd name="connsiteY2" fmla="*/ 461665 h 461665"/>
                      <a:gd name="connsiteX3" fmla="*/ 0 w 742393"/>
                      <a:gd name="connsiteY3" fmla="*/ 461665 h 461665"/>
                      <a:gd name="connsiteX4" fmla="*/ 0 w 742393"/>
                      <a:gd name="connsiteY4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2393" h="461665" fill="none" extrusionOk="0">
                        <a:moveTo>
                          <a:pt x="0" y="0"/>
                        </a:moveTo>
                        <a:cubicBezTo>
                          <a:pt x="236255" y="-20201"/>
                          <a:pt x="424313" y="39754"/>
                          <a:pt x="742393" y="0"/>
                        </a:cubicBezTo>
                        <a:cubicBezTo>
                          <a:pt x="740245" y="186521"/>
                          <a:pt x="740100" y="313513"/>
                          <a:pt x="742393" y="461665"/>
                        </a:cubicBezTo>
                        <a:cubicBezTo>
                          <a:pt x="461646" y="399595"/>
                          <a:pt x="82373" y="443940"/>
                          <a:pt x="0" y="461665"/>
                        </a:cubicBezTo>
                        <a:cubicBezTo>
                          <a:pt x="-3326" y="342772"/>
                          <a:pt x="-14350" y="47724"/>
                          <a:pt x="0" y="0"/>
                        </a:cubicBezTo>
                        <a:close/>
                      </a:path>
                      <a:path w="742393" h="461665" stroke="0" extrusionOk="0">
                        <a:moveTo>
                          <a:pt x="0" y="0"/>
                        </a:moveTo>
                        <a:cubicBezTo>
                          <a:pt x="143901" y="-28390"/>
                          <a:pt x="388547" y="10935"/>
                          <a:pt x="742393" y="0"/>
                        </a:cubicBezTo>
                        <a:cubicBezTo>
                          <a:pt x="761139" y="143527"/>
                          <a:pt x="715403" y="261265"/>
                          <a:pt x="742393" y="461665"/>
                        </a:cubicBezTo>
                        <a:cubicBezTo>
                          <a:pt x="456496" y="419576"/>
                          <a:pt x="236918" y="446852"/>
                          <a:pt x="0" y="461665"/>
                        </a:cubicBezTo>
                        <a:cubicBezTo>
                          <a:pt x="11502" y="333756"/>
                          <a:pt x="40657" y="1738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Priority</a:t>
            </a:r>
          </a:p>
          <a:p>
            <a:r>
              <a:rPr lang="en-US" altLang="ko-KR" sz="1200" dirty="0"/>
              <a:t>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343AF-77E4-559E-CDFA-B563F84B32CB}"/>
              </a:ext>
            </a:extLst>
          </p:cNvPr>
          <p:cNvSpPr txBox="1"/>
          <p:nvPr/>
        </p:nvSpPr>
        <p:spPr>
          <a:xfrm>
            <a:off x="6778769" y="2342109"/>
            <a:ext cx="742393" cy="461665"/>
          </a:xfrm>
          <a:prstGeom prst="rect">
            <a:avLst/>
          </a:prstGeom>
          <a:solidFill>
            <a:schemeClr val="bg1"/>
          </a:solidFill>
          <a:ln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42393"/>
                      <a:gd name="connsiteY0" fmla="*/ 0 h 461665"/>
                      <a:gd name="connsiteX1" fmla="*/ 742393 w 742393"/>
                      <a:gd name="connsiteY1" fmla="*/ 0 h 461665"/>
                      <a:gd name="connsiteX2" fmla="*/ 742393 w 742393"/>
                      <a:gd name="connsiteY2" fmla="*/ 461665 h 461665"/>
                      <a:gd name="connsiteX3" fmla="*/ 0 w 742393"/>
                      <a:gd name="connsiteY3" fmla="*/ 461665 h 461665"/>
                      <a:gd name="connsiteX4" fmla="*/ 0 w 742393"/>
                      <a:gd name="connsiteY4" fmla="*/ 0 h 4616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2393" h="461665" fill="none" extrusionOk="0">
                        <a:moveTo>
                          <a:pt x="0" y="0"/>
                        </a:moveTo>
                        <a:cubicBezTo>
                          <a:pt x="236255" y="-20201"/>
                          <a:pt x="424313" y="39754"/>
                          <a:pt x="742393" y="0"/>
                        </a:cubicBezTo>
                        <a:cubicBezTo>
                          <a:pt x="740245" y="186521"/>
                          <a:pt x="740100" y="313513"/>
                          <a:pt x="742393" y="461665"/>
                        </a:cubicBezTo>
                        <a:cubicBezTo>
                          <a:pt x="461646" y="399595"/>
                          <a:pt x="82373" y="443940"/>
                          <a:pt x="0" y="461665"/>
                        </a:cubicBezTo>
                        <a:cubicBezTo>
                          <a:pt x="-3326" y="342772"/>
                          <a:pt x="-14350" y="47724"/>
                          <a:pt x="0" y="0"/>
                        </a:cubicBezTo>
                        <a:close/>
                      </a:path>
                      <a:path w="742393" h="461665" stroke="0" extrusionOk="0">
                        <a:moveTo>
                          <a:pt x="0" y="0"/>
                        </a:moveTo>
                        <a:cubicBezTo>
                          <a:pt x="143901" y="-28390"/>
                          <a:pt x="388547" y="10935"/>
                          <a:pt x="742393" y="0"/>
                        </a:cubicBezTo>
                        <a:cubicBezTo>
                          <a:pt x="761139" y="143527"/>
                          <a:pt x="715403" y="261265"/>
                          <a:pt x="742393" y="461665"/>
                        </a:cubicBezTo>
                        <a:cubicBezTo>
                          <a:pt x="456496" y="419576"/>
                          <a:pt x="236918" y="446852"/>
                          <a:pt x="0" y="461665"/>
                        </a:cubicBezTo>
                        <a:cubicBezTo>
                          <a:pt x="11502" y="333756"/>
                          <a:pt x="40657" y="1738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Priority</a:t>
            </a:r>
          </a:p>
          <a:p>
            <a:r>
              <a:rPr lang="en-US" altLang="ko-KR" sz="120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96C5-2D68-97F0-4EE7-13128D49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B824E-89C2-79DC-56CD-42E5133C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RT Linked list</a:t>
            </a:r>
            <a:endParaRPr kumimoji="1" lang="ko-Kore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4E4539-5359-F887-FDB8-38FF4A03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298" y="1116536"/>
            <a:ext cx="1762371" cy="200053"/>
          </a:xfrm>
          <a:prstGeom prst="rect">
            <a:avLst/>
          </a:prstGeom>
        </p:spPr>
      </p:pic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8D608EAB-278C-92C8-0E4E-07BD5499C334}"/>
              </a:ext>
            </a:extLst>
          </p:cNvPr>
          <p:cNvSpPr/>
          <p:nvPr/>
        </p:nvSpPr>
        <p:spPr>
          <a:xfrm>
            <a:off x="6435615" y="2301292"/>
            <a:ext cx="1800200" cy="1368152"/>
          </a:xfrm>
          <a:prstGeom prst="wedgeRectCallout">
            <a:avLst>
              <a:gd name="adj1" fmla="val -73836"/>
              <a:gd name="adj2" fmla="val -2249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Fork_rt</a:t>
            </a:r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Yield()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Wakeup()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Kill()</a:t>
            </a: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A3CFAA6B-C663-CCEC-D544-D0032B0FB5E4}"/>
              </a:ext>
            </a:extLst>
          </p:cNvPr>
          <p:cNvSpPr/>
          <p:nvPr/>
        </p:nvSpPr>
        <p:spPr>
          <a:xfrm>
            <a:off x="6435818" y="5253620"/>
            <a:ext cx="1800200" cy="648072"/>
          </a:xfrm>
          <a:prstGeom prst="wedgeRectCallout">
            <a:avLst>
              <a:gd name="adj1" fmla="val -73836"/>
              <a:gd name="adj2" fmla="val -2249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Scheduler(void)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83DF4B-20D3-4908-D3A0-223AAA1D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27839"/>
            <a:ext cx="5039428" cy="2915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34BB12-97AC-9519-8A6A-3900FB83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242" y="4553097"/>
            <a:ext cx="3977401" cy="207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25DFD-206D-1107-DB86-1C3D9904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D47DF-15B4-9E3E-51E9-F8371DE8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3. scheduler()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63CBA0-AFD1-7FAC-C798-73D24D4B2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27" y="1170967"/>
            <a:ext cx="5686945" cy="545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0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D84DA-F598-C159-AD8F-EF71591E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77AB8-7157-3C0E-57E8-19B87118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4. Paper - abstract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2C1F4-F0CC-39BD-D35D-DB304B91258B}"/>
              </a:ext>
            </a:extLst>
          </p:cNvPr>
          <p:cNvSpPr txBox="1"/>
          <p:nvPr/>
        </p:nvSpPr>
        <p:spPr>
          <a:xfrm>
            <a:off x="1781055" y="3214349"/>
            <a:ext cx="55818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〮 </a:t>
            </a:r>
            <a:r>
              <a:rPr lang="en-US" altLang="ko-KR" sz="1500" dirty="0" err="1"/>
              <a:t>Autoware</a:t>
            </a:r>
            <a:r>
              <a:rPr lang="ko-KR" altLang="en-US" sz="1500" dirty="0"/>
              <a:t> </a:t>
            </a:r>
            <a:r>
              <a:rPr lang="en-US" altLang="ko-KR" sz="1500" dirty="0"/>
              <a:t>on board</a:t>
            </a:r>
            <a:r>
              <a:rPr lang="ko-KR" altLang="en-US" sz="1500" dirty="0"/>
              <a:t>의 등장 및 소개 </a:t>
            </a:r>
            <a:r>
              <a:rPr lang="en-US" altLang="ko-KR" sz="1500" dirty="0"/>
              <a:t>+ </a:t>
            </a:r>
            <a:r>
              <a:rPr lang="ko-KR" altLang="en-US" sz="1500" dirty="0"/>
              <a:t>환경에 따른 성능 비교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E4D91C1-E0C8-9221-84F4-908C3373ABF3}"/>
              </a:ext>
            </a:extLst>
          </p:cNvPr>
          <p:cNvCxnSpPr>
            <a:cxnSpLocks/>
          </p:cNvCxnSpPr>
          <p:nvPr/>
        </p:nvCxnSpPr>
        <p:spPr>
          <a:xfrm>
            <a:off x="4612730" y="3606759"/>
            <a:ext cx="0" cy="920958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73C0D2-EC69-9AB7-F455-2CEBCCCE63A9}"/>
              </a:ext>
            </a:extLst>
          </p:cNvPr>
          <p:cNvSpPr txBox="1"/>
          <p:nvPr/>
        </p:nvSpPr>
        <p:spPr>
          <a:xfrm>
            <a:off x="1392188" y="2564904"/>
            <a:ext cx="6359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Auroware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Board: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Enabling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Autonomous Vehicles with Embedded Systems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53040F-4437-F386-7484-2ED4D2514248}"/>
              </a:ext>
            </a:extLst>
          </p:cNvPr>
          <p:cNvSpPr txBox="1"/>
          <p:nvPr/>
        </p:nvSpPr>
        <p:spPr>
          <a:xfrm>
            <a:off x="2051273" y="4509120"/>
            <a:ext cx="512291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An Open Approach To Autonomous Vehicles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F87B3-F134-5B81-3913-42A0D353E663}"/>
              </a:ext>
            </a:extLst>
          </p:cNvPr>
          <p:cNvSpPr txBox="1"/>
          <p:nvPr/>
        </p:nvSpPr>
        <p:spPr>
          <a:xfrm>
            <a:off x="980840" y="4928191"/>
            <a:ext cx="71823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〮 </a:t>
            </a:r>
            <a:r>
              <a:rPr lang="ko-KR" altLang="en-US" sz="1500" dirty="0"/>
              <a:t>자율주행 기술의 독점 방지를 위한 </a:t>
            </a:r>
            <a:r>
              <a:rPr lang="ko-KR" altLang="en-US" sz="1500" dirty="0" err="1"/>
              <a:t>오토웨어의</a:t>
            </a:r>
            <a:r>
              <a:rPr lang="ko-KR" altLang="en-US" sz="1500" dirty="0"/>
              <a:t> 등장 및 알고리즘 등을 소개</a:t>
            </a:r>
            <a:endParaRPr lang="en-US" altLang="ko-KR" sz="1500" dirty="0"/>
          </a:p>
          <a:p>
            <a:r>
              <a:rPr lang="ko-KR" altLang="en-US" sz="1500" dirty="0">
                <a:latin typeface="맑은 고딕" panose="020B0503020000020004" pitchFamily="50" charset="-127"/>
              </a:rPr>
              <a:t> 〮 장면인식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경로 계획 및 차량제어와 관련된 알고리즘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>
                <a:latin typeface="맑은 고딕" panose="020B0503020000020004" pitchFamily="50" charset="-127"/>
              </a:rPr>
              <a:t>라이브러리 데이터셋 소개</a:t>
            </a:r>
            <a:endParaRPr lang="en-US" altLang="ko-KR" sz="1500" dirty="0">
              <a:latin typeface="맑은 고딕" panose="020B0503020000020004" pitchFamily="50" charset="-127"/>
            </a:endParaRPr>
          </a:p>
          <a:p>
            <a:r>
              <a:rPr lang="ko-KR" altLang="en-US" sz="1500" dirty="0">
                <a:latin typeface="맑은 고딕" panose="020B0503020000020004" pitchFamily="50" charset="-127"/>
              </a:rPr>
              <a:t> 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82367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2716</TotalTime>
  <Words>156</Words>
  <Application>Microsoft Office PowerPoint</Application>
  <PresentationFormat>화면 슬라이드 쇼(4:3)</PresentationFormat>
  <Paragraphs>40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테마</vt:lpstr>
      <vt:lpstr>XV6_scheduler_v2  (c) P#1 Progress Report 2025.08.13</vt:lpstr>
      <vt:lpstr>Outline</vt:lpstr>
      <vt:lpstr>1. _fork()</vt:lpstr>
      <vt:lpstr>2. RT Linked list</vt:lpstr>
      <vt:lpstr>2. RT Linked list</vt:lpstr>
      <vt:lpstr>3. scheduler()</vt:lpstr>
      <vt:lpstr>4. Paper - abstract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39</cp:revision>
  <dcterms:created xsi:type="dcterms:W3CDTF">2022-07-04T05:58:26Z</dcterms:created>
  <dcterms:modified xsi:type="dcterms:W3CDTF">2025-08-13T06:51:21Z</dcterms:modified>
</cp:coreProperties>
</file>